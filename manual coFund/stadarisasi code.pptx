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828800"/>
            <a:ext cx="4114800" cy="3314700"/>
          </a:xfrm>
          <a:custGeom>
            <a:avLst/>
            <a:gdLst/>
            <a:ahLst/>
            <a:cxnLst/>
            <a:rect l="l" t="t" r="r" b="b"/>
            <a:pathLst>
              <a:path w="4114800" h="3314700">
                <a:moveTo>
                  <a:pt x="1371600" y="0"/>
                </a:moveTo>
                <a:lnTo>
                  <a:pt x="1323346" y="415"/>
                </a:lnTo>
                <a:lnTo>
                  <a:pt x="1275294" y="1658"/>
                </a:lnTo>
                <a:lnTo>
                  <a:pt x="1227450" y="3722"/>
                </a:lnTo>
                <a:lnTo>
                  <a:pt x="1179822" y="6599"/>
                </a:lnTo>
                <a:lnTo>
                  <a:pt x="1132415" y="10283"/>
                </a:lnTo>
                <a:lnTo>
                  <a:pt x="1085238" y="14767"/>
                </a:lnTo>
                <a:lnTo>
                  <a:pt x="1038296" y="20044"/>
                </a:lnTo>
                <a:lnTo>
                  <a:pt x="991596" y="26107"/>
                </a:lnTo>
                <a:lnTo>
                  <a:pt x="945146" y="32951"/>
                </a:lnTo>
                <a:lnTo>
                  <a:pt x="898951" y="40566"/>
                </a:lnTo>
                <a:lnTo>
                  <a:pt x="853019" y="48948"/>
                </a:lnTo>
                <a:lnTo>
                  <a:pt x="807357" y="58089"/>
                </a:lnTo>
                <a:lnTo>
                  <a:pt x="761972" y="67983"/>
                </a:lnTo>
                <a:lnTo>
                  <a:pt x="716869" y="78622"/>
                </a:lnTo>
                <a:lnTo>
                  <a:pt x="672057" y="90000"/>
                </a:lnTo>
                <a:lnTo>
                  <a:pt x="627541" y="102110"/>
                </a:lnTo>
                <a:lnTo>
                  <a:pt x="583329" y="114945"/>
                </a:lnTo>
                <a:lnTo>
                  <a:pt x="539427" y="128498"/>
                </a:lnTo>
                <a:lnTo>
                  <a:pt x="495843" y="142764"/>
                </a:lnTo>
                <a:lnTo>
                  <a:pt x="452582" y="157733"/>
                </a:lnTo>
                <a:lnTo>
                  <a:pt x="409652" y="173401"/>
                </a:lnTo>
                <a:lnTo>
                  <a:pt x="367060" y="189760"/>
                </a:lnTo>
                <a:lnTo>
                  <a:pt x="324812" y="206804"/>
                </a:lnTo>
                <a:lnTo>
                  <a:pt x="282916" y="224525"/>
                </a:lnTo>
                <a:lnTo>
                  <a:pt x="241377" y="242917"/>
                </a:lnTo>
                <a:lnTo>
                  <a:pt x="200203" y="261972"/>
                </a:lnTo>
                <a:lnTo>
                  <a:pt x="159401" y="281685"/>
                </a:lnTo>
                <a:lnTo>
                  <a:pt x="118977" y="302049"/>
                </a:lnTo>
                <a:lnTo>
                  <a:pt x="78939" y="323056"/>
                </a:lnTo>
                <a:lnTo>
                  <a:pt x="39292" y="344699"/>
                </a:lnTo>
                <a:lnTo>
                  <a:pt x="0" y="366973"/>
                </a:lnTo>
                <a:lnTo>
                  <a:pt x="0" y="3314700"/>
                </a:lnTo>
                <a:lnTo>
                  <a:pt x="4055127" y="3314700"/>
                </a:lnTo>
                <a:lnTo>
                  <a:pt x="4056710" y="3307438"/>
                </a:lnTo>
                <a:lnTo>
                  <a:pt x="4065851" y="3261776"/>
                </a:lnTo>
                <a:lnTo>
                  <a:pt x="4074233" y="3215845"/>
                </a:lnTo>
                <a:lnTo>
                  <a:pt x="4081848" y="3169650"/>
                </a:lnTo>
                <a:lnTo>
                  <a:pt x="4088692" y="3123200"/>
                </a:lnTo>
                <a:lnTo>
                  <a:pt x="4094755" y="3076501"/>
                </a:lnTo>
                <a:lnTo>
                  <a:pt x="4100032" y="3029559"/>
                </a:lnTo>
                <a:lnTo>
                  <a:pt x="4104516" y="2982382"/>
                </a:lnTo>
                <a:lnTo>
                  <a:pt x="4108200" y="2934976"/>
                </a:lnTo>
                <a:lnTo>
                  <a:pt x="4111077" y="2887348"/>
                </a:lnTo>
                <a:lnTo>
                  <a:pt x="4113141" y="2839504"/>
                </a:lnTo>
                <a:lnTo>
                  <a:pt x="4114384" y="2791453"/>
                </a:lnTo>
                <a:lnTo>
                  <a:pt x="4114800" y="2743200"/>
                </a:lnTo>
                <a:lnTo>
                  <a:pt x="4114384" y="2694947"/>
                </a:lnTo>
                <a:lnTo>
                  <a:pt x="4113141" y="2646897"/>
                </a:lnTo>
                <a:lnTo>
                  <a:pt x="4111077" y="2599055"/>
                </a:lnTo>
                <a:lnTo>
                  <a:pt x="4108200" y="2551428"/>
                </a:lnTo>
                <a:lnTo>
                  <a:pt x="4104516" y="2504023"/>
                </a:lnTo>
                <a:lnTo>
                  <a:pt x="4100032" y="2456846"/>
                </a:lnTo>
                <a:lnTo>
                  <a:pt x="4094755" y="2409905"/>
                </a:lnTo>
                <a:lnTo>
                  <a:pt x="4088692" y="2363207"/>
                </a:lnTo>
                <a:lnTo>
                  <a:pt x="4081848" y="2316758"/>
                </a:lnTo>
                <a:lnTo>
                  <a:pt x="4074233" y="2270564"/>
                </a:lnTo>
                <a:lnTo>
                  <a:pt x="4065851" y="2224633"/>
                </a:lnTo>
                <a:lnTo>
                  <a:pt x="4056710" y="2178972"/>
                </a:lnTo>
                <a:lnTo>
                  <a:pt x="4046816" y="2133587"/>
                </a:lnTo>
                <a:lnTo>
                  <a:pt x="4036177" y="2088486"/>
                </a:lnTo>
                <a:lnTo>
                  <a:pt x="4024799" y="2043674"/>
                </a:lnTo>
                <a:lnTo>
                  <a:pt x="4012689" y="1999159"/>
                </a:lnTo>
                <a:lnTo>
                  <a:pt x="3999854" y="1954947"/>
                </a:lnTo>
                <a:lnTo>
                  <a:pt x="3986301" y="1911046"/>
                </a:lnTo>
                <a:lnTo>
                  <a:pt x="3972035" y="1867462"/>
                </a:lnTo>
                <a:lnTo>
                  <a:pt x="3957066" y="1824202"/>
                </a:lnTo>
                <a:lnTo>
                  <a:pt x="3941398" y="1781273"/>
                </a:lnTo>
                <a:lnTo>
                  <a:pt x="3925039" y="1738681"/>
                </a:lnTo>
                <a:lnTo>
                  <a:pt x="3907995" y="1696434"/>
                </a:lnTo>
                <a:lnTo>
                  <a:pt x="3890274" y="1654537"/>
                </a:lnTo>
                <a:lnTo>
                  <a:pt x="3871882" y="1612999"/>
                </a:lnTo>
                <a:lnTo>
                  <a:pt x="3852827" y="1571825"/>
                </a:lnTo>
                <a:lnTo>
                  <a:pt x="3833114" y="1531023"/>
                </a:lnTo>
                <a:lnTo>
                  <a:pt x="3812750" y="1490600"/>
                </a:lnTo>
                <a:lnTo>
                  <a:pt x="3791743" y="1450561"/>
                </a:lnTo>
                <a:lnTo>
                  <a:pt x="3770100" y="1410914"/>
                </a:lnTo>
                <a:lnTo>
                  <a:pt x="3747826" y="1371667"/>
                </a:lnTo>
                <a:lnTo>
                  <a:pt x="3724929" y="1332824"/>
                </a:lnTo>
                <a:lnTo>
                  <a:pt x="3701416" y="1294394"/>
                </a:lnTo>
                <a:lnTo>
                  <a:pt x="3677293" y="1256384"/>
                </a:lnTo>
                <a:lnTo>
                  <a:pt x="3652567" y="1218799"/>
                </a:lnTo>
                <a:lnTo>
                  <a:pt x="3627245" y="1181647"/>
                </a:lnTo>
                <a:lnTo>
                  <a:pt x="3601335" y="1144934"/>
                </a:lnTo>
                <a:lnTo>
                  <a:pt x="3574841" y="1108668"/>
                </a:lnTo>
                <a:lnTo>
                  <a:pt x="3547773" y="1072855"/>
                </a:lnTo>
                <a:lnTo>
                  <a:pt x="3520135" y="1037502"/>
                </a:lnTo>
                <a:lnTo>
                  <a:pt x="3491936" y="1002616"/>
                </a:lnTo>
                <a:lnTo>
                  <a:pt x="3463181" y="968203"/>
                </a:lnTo>
                <a:lnTo>
                  <a:pt x="3433878" y="934271"/>
                </a:lnTo>
                <a:lnTo>
                  <a:pt x="3404033" y="900825"/>
                </a:lnTo>
                <a:lnTo>
                  <a:pt x="3373654" y="867874"/>
                </a:lnTo>
                <a:lnTo>
                  <a:pt x="3342747" y="835424"/>
                </a:lnTo>
                <a:lnTo>
                  <a:pt x="3311318" y="803481"/>
                </a:lnTo>
                <a:lnTo>
                  <a:pt x="3279375" y="772052"/>
                </a:lnTo>
                <a:lnTo>
                  <a:pt x="3246925" y="741145"/>
                </a:lnTo>
                <a:lnTo>
                  <a:pt x="3213974" y="710766"/>
                </a:lnTo>
                <a:lnTo>
                  <a:pt x="3180528" y="680921"/>
                </a:lnTo>
                <a:lnTo>
                  <a:pt x="3146596" y="651618"/>
                </a:lnTo>
                <a:lnTo>
                  <a:pt x="3112183" y="622863"/>
                </a:lnTo>
                <a:lnTo>
                  <a:pt x="3077297" y="594664"/>
                </a:lnTo>
                <a:lnTo>
                  <a:pt x="3041944" y="567026"/>
                </a:lnTo>
                <a:lnTo>
                  <a:pt x="3006131" y="539958"/>
                </a:lnTo>
                <a:lnTo>
                  <a:pt x="2969865" y="513464"/>
                </a:lnTo>
                <a:lnTo>
                  <a:pt x="2933152" y="487554"/>
                </a:lnTo>
                <a:lnTo>
                  <a:pt x="2896000" y="462232"/>
                </a:lnTo>
                <a:lnTo>
                  <a:pt x="2858415" y="437506"/>
                </a:lnTo>
                <a:lnTo>
                  <a:pt x="2820405" y="413383"/>
                </a:lnTo>
                <a:lnTo>
                  <a:pt x="2781975" y="389870"/>
                </a:lnTo>
                <a:lnTo>
                  <a:pt x="2743132" y="366973"/>
                </a:lnTo>
                <a:lnTo>
                  <a:pt x="2703885" y="344699"/>
                </a:lnTo>
                <a:lnTo>
                  <a:pt x="2664238" y="323056"/>
                </a:lnTo>
                <a:lnTo>
                  <a:pt x="2624199" y="302049"/>
                </a:lnTo>
                <a:lnTo>
                  <a:pt x="2583776" y="281685"/>
                </a:lnTo>
                <a:lnTo>
                  <a:pt x="2542974" y="261972"/>
                </a:lnTo>
                <a:lnTo>
                  <a:pt x="2501800" y="242917"/>
                </a:lnTo>
                <a:lnTo>
                  <a:pt x="2460262" y="224525"/>
                </a:lnTo>
                <a:lnTo>
                  <a:pt x="2418365" y="206804"/>
                </a:lnTo>
                <a:lnTo>
                  <a:pt x="2376118" y="189760"/>
                </a:lnTo>
                <a:lnTo>
                  <a:pt x="2333526" y="173401"/>
                </a:lnTo>
                <a:lnTo>
                  <a:pt x="2290597" y="157733"/>
                </a:lnTo>
                <a:lnTo>
                  <a:pt x="2247337" y="142764"/>
                </a:lnTo>
                <a:lnTo>
                  <a:pt x="2203753" y="128498"/>
                </a:lnTo>
                <a:lnTo>
                  <a:pt x="2159852" y="114945"/>
                </a:lnTo>
                <a:lnTo>
                  <a:pt x="2115640" y="102110"/>
                </a:lnTo>
                <a:lnTo>
                  <a:pt x="2071125" y="90000"/>
                </a:lnTo>
                <a:lnTo>
                  <a:pt x="2026313" y="78622"/>
                </a:lnTo>
                <a:lnTo>
                  <a:pt x="1981212" y="67983"/>
                </a:lnTo>
                <a:lnTo>
                  <a:pt x="1935827" y="58089"/>
                </a:lnTo>
                <a:lnTo>
                  <a:pt x="1890166" y="48948"/>
                </a:lnTo>
                <a:lnTo>
                  <a:pt x="1844235" y="40566"/>
                </a:lnTo>
                <a:lnTo>
                  <a:pt x="1798041" y="32951"/>
                </a:lnTo>
                <a:lnTo>
                  <a:pt x="1751592" y="26107"/>
                </a:lnTo>
                <a:lnTo>
                  <a:pt x="1704894" y="20044"/>
                </a:lnTo>
                <a:lnTo>
                  <a:pt x="1657953" y="14767"/>
                </a:lnTo>
                <a:lnTo>
                  <a:pt x="1610776" y="10283"/>
                </a:lnTo>
                <a:lnTo>
                  <a:pt x="1563371" y="6599"/>
                </a:lnTo>
                <a:lnTo>
                  <a:pt x="1515744" y="3722"/>
                </a:lnTo>
                <a:lnTo>
                  <a:pt x="1467902" y="1658"/>
                </a:lnTo>
                <a:lnTo>
                  <a:pt x="1419852" y="415"/>
                </a:lnTo>
                <a:lnTo>
                  <a:pt x="1371600" y="0"/>
                </a:lnTo>
                <a:close/>
              </a:path>
            </a:pathLst>
          </a:custGeom>
          <a:solidFill>
            <a:srgbClr val="F59E0A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828800"/>
            <a:ext cx="4114800" cy="3314700"/>
          </a:xfrm>
          <a:custGeom>
            <a:avLst/>
            <a:gdLst/>
            <a:ahLst/>
            <a:cxnLst/>
            <a:rect l="l" t="t" r="r" b="b"/>
            <a:pathLst>
              <a:path w="4114800" h="3314700">
                <a:moveTo>
                  <a:pt x="0" y="366973"/>
                </a:moveTo>
                <a:lnTo>
                  <a:pt x="39292" y="344699"/>
                </a:lnTo>
                <a:lnTo>
                  <a:pt x="78939" y="323056"/>
                </a:lnTo>
                <a:lnTo>
                  <a:pt x="118977" y="302049"/>
                </a:lnTo>
                <a:lnTo>
                  <a:pt x="159401" y="281685"/>
                </a:lnTo>
                <a:lnTo>
                  <a:pt x="200203" y="261972"/>
                </a:lnTo>
                <a:lnTo>
                  <a:pt x="241377" y="242917"/>
                </a:lnTo>
                <a:lnTo>
                  <a:pt x="282916" y="224525"/>
                </a:lnTo>
                <a:lnTo>
                  <a:pt x="324812" y="206804"/>
                </a:lnTo>
                <a:lnTo>
                  <a:pt x="367060" y="189760"/>
                </a:lnTo>
                <a:lnTo>
                  <a:pt x="409652" y="173401"/>
                </a:lnTo>
                <a:lnTo>
                  <a:pt x="452582" y="157733"/>
                </a:lnTo>
                <a:lnTo>
                  <a:pt x="495843" y="142764"/>
                </a:lnTo>
                <a:lnTo>
                  <a:pt x="539427" y="128498"/>
                </a:lnTo>
                <a:lnTo>
                  <a:pt x="583329" y="114945"/>
                </a:lnTo>
                <a:lnTo>
                  <a:pt x="627541" y="102110"/>
                </a:lnTo>
                <a:lnTo>
                  <a:pt x="672057" y="90000"/>
                </a:lnTo>
                <a:lnTo>
                  <a:pt x="716869" y="78622"/>
                </a:lnTo>
                <a:lnTo>
                  <a:pt x="761972" y="67983"/>
                </a:lnTo>
                <a:lnTo>
                  <a:pt x="807357" y="58089"/>
                </a:lnTo>
                <a:lnTo>
                  <a:pt x="853019" y="48948"/>
                </a:lnTo>
                <a:lnTo>
                  <a:pt x="898951" y="40566"/>
                </a:lnTo>
                <a:lnTo>
                  <a:pt x="945146" y="32951"/>
                </a:lnTo>
                <a:lnTo>
                  <a:pt x="991596" y="26107"/>
                </a:lnTo>
                <a:lnTo>
                  <a:pt x="1038296" y="20044"/>
                </a:lnTo>
                <a:lnTo>
                  <a:pt x="1085238" y="14767"/>
                </a:lnTo>
                <a:lnTo>
                  <a:pt x="1132415" y="10283"/>
                </a:lnTo>
                <a:lnTo>
                  <a:pt x="1179822" y="6599"/>
                </a:lnTo>
                <a:lnTo>
                  <a:pt x="1227450" y="3722"/>
                </a:lnTo>
                <a:lnTo>
                  <a:pt x="1275294" y="1658"/>
                </a:lnTo>
                <a:lnTo>
                  <a:pt x="1323346" y="415"/>
                </a:lnTo>
                <a:lnTo>
                  <a:pt x="1371600" y="0"/>
                </a:lnTo>
                <a:lnTo>
                  <a:pt x="1419852" y="415"/>
                </a:lnTo>
                <a:lnTo>
                  <a:pt x="1467902" y="1658"/>
                </a:lnTo>
                <a:lnTo>
                  <a:pt x="1515744" y="3722"/>
                </a:lnTo>
                <a:lnTo>
                  <a:pt x="1563371" y="6599"/>
                </a:lnTo>
                <a:lnTo>
                  <a:pt x="1610776" y="10283"/>
                </a:lnTo>
                <a:lnTo>
                  <a:pt x="1657953" y="14767"/>
                </a:lnTo>
                <a:lnTo>
                  <a:pt x="1704894" y="20044"/>
                </a:lnTo>
                <a:lnTo>
                  <a:pt x="1751592" y="26107"/>
                </a:lnTo>
                <a:lnTo>
                  <a:pt x="1798041" y="32951"/>
                </a:lnTo>
                <a:lnTo>
                  <a:pt x="1844235" y="40566"/>
                </a:lnTo>
                <a:lnTo>
                  <a:pt x="1890166" y="48948"/>
                </a:lnTo>
                <a:lnTo>
                  <a:pt x="1935827" y="58089"/>
                </a:lnTo>
                <a:lnTo>
                  <a:pt x="1981212" y="67983"/>
                </a:lnTo>
                <a:lnTo>
                  <a:pt x="2026313" y="78622"/>
                </a:lnTo>
                <a:lnTo>
                  <a:pt x="2071125" y="90000"/>
                </a:lnTo>
                <a:lnTo>
                  <a:pt x="2115640" y="102110"/>
                </a:lnTo>
                <a:lnTo>
                  <a:pt x="2159852" y="114945"/>
                </a:lnTo>
                <a:lnTo>
                  <a:pt x="2203753" y="128498"/>
                </a:lnTo>
                <a:lnTo>
                  <a:pt x="2247337" y="142764"/>
                </a:lnTo>
                <a:lnTo>
                  <a:pt x="2290597" y="157733"/>
                </a:lnTo>
                <a:lnTo>
                  <a:pt x="2333526" y="173401"/>
                </a:lnTo>
                <a:lnTo>
                  <a:pt x="2376118" y="189760"/>
                </a:lnTo>
                <a:lnTo>
                  <a:pt x="2418365" y="206804"/>
                </a:lnTo>
                <a:lnTo>
                  <a:pt x="2460262" y="224525"/>
                </a:lnTo>
                <a:lnTo>
                  <a:pt x="2501800" y="242917"/>
                </a:lnTo>
                <a:lnTo>
                  <a:pt x="2542974" y="261972"/>
                </a:lnTo>
                <a:lnTo>
                  <a:pt x="2583776" y="281685"/>
                </a:lnTo>
                <a:lnTo>
                  <a:pt x="2624199" y="302049"/>
                </a:lnTo>
                <a:lnTo>
                  <a:pt x="2664238" y="323056"/>
                </a:lnTo>
                <a:lnTo>
                  <a:pt x="2703885" y="344699"/>
                </a:lnTo>
                <a:lnTo>
                  <a:pt x="2743132" y="366973"/>
                </a:lnTo>
                <a:lnTo>
                  <a:pt x="2781975" y="389870"/>
                </a:lnTo>
                <a:lnTo>
                  <a:pt x="2820405" y="413383"/>
                </a:lnTo>
                <a:lnTo>
                  <a:pt x="2858415" y="437506"/>
                </a:lnTo>
                <a:lnTo>
                  <a:pt x="2896000" y="462232"/>
                </a:lnTo>
                <a:lnTo>
                  <a:pt x="2933152" y="487554"/>
                </a:lnTo>
                <a:lnTo>
                  <a:pt x="2969865" y="513464"/>
                </a:lnTo>
                <a:lnTo>
                  <a:pt x="3006131" y="539958"/>
                </a:lnTo>
                <a:lnTo>
                  <a:pt x="3041944" y="567026"/>
                </a:lnTo>
                <a:lnTo>
                  <a:pt x="3077297" y="594664"/>
                </a:lnTo>
                <a:lnTo>
                  <a:pt x="3112183" y="622863"/>
                </a:lnTo>
                <a:lnTo>
                  <a:pt x="3146596" y="651618"/>
                </a:lnTo>
                <a:lnTo>
                  <a:pt x="3180528" y="680921"/>
                </a:lnTo>
                <a:lnTo>
                  <a:pt x="3213974" y="710766"/>
                </a:lnTo>
                <a:lnTo>
                  <a:pt x="3246925" y="741145"/>
                </a:lnTo>
                <a:lnTo>
                  <a:pt x="3279375" y="772052"/>
                </a:lnTo>
                <a:lnTo>
                  <a:pt x="3311318" y="803481"/>
                </a:lnTo>
                <a:lnTo>
                  <a:pt x="3342747" y="835424"/>
                </a:lnTo>
                <a:lnTo>
                  <a:pt x="3373654" y="867874"/>
                </a:lnTo>
                <a:lnTo>
                  <a:pt x="3404033" y="900825"/>
                </a:lnTo>
                <a:lnTo>
                  <a:pt x="3433878" y="934271"/>
                </a:lnTo>
                <a:lnTo>
                  <a:pt x="3463181" y="968203"/>
                </a:lnTo>
                <a:lnTo>
                  <a:pt x="3491936" y="1002616"/>
                </a:lnTo>
                <a:lnTo>
                  <a:pt x="3520135" y="1037502"/>
                </a:lnTo>
                <a:lnTo>
                  <a:pt x="3547773" y="1072855"/>
                </a:lnTo>
                <a:lnTo>
                  <a:pt x="3574841" y="1108668"/>
                </a:lnTo>
                <a:lnTo>
                  <a:pt x="3601335" y="1144934"/>
                </a:lnTo>
                <a:lnTo>
                  <a:pt x="3627245" y="1181647"/>
                </a:lnTo>
                <a:lnTo>
                  <a:pt x="3652567" y="1218799"/>
                </a:lnTo>
                <a:lnTo>
                  <a:pt x="3677293" y="1256384"/>
                </a:lnTo>
                <a:lnTo>
                  <a:pt x="3701416" y="1294394"/>
                </a:lnTo>
                <a:lnTo>
                  <a:pt x="3724929" y="1332824"/>
                </a:lnTo>
                <a:lnTo>
                  <a:pt x="3747826" y="1371667"/>
                </a:lnTo>
                <a:lnTo>
                  <a:pt x="3770100" y="1410914"/>
                </a:lnTo>
                <a:lnTo>
                  <a:pt x="3791743" y="1450561"/>
                </a:lnTo>
                <a:lnTo>
                  <a:pt x="3812750" y="1490600"/>
                </a:lnTo>
                <a:lnTo>
                  <a:pt x="3833114" y="1531023"/>
                </a:lnTo>
                <a:lnTo>
                  <a:pt x="3852827" y="1571825"/>
                </a:lnTo>
                <a:lnTo>
                  <a:pt x="3871882" y="1612999"/>
                </a:lnTo>
                <a:lnTo>
                  <a:pt x="3890274" y="1654537"/>
                </a:lnTo>
                <a:lnTo>
                  <a:pt x="3907995" y="1696434"/>
                </a:lnTo>
                <a:lnTo>
                  <a:pt x="3925039" y="1738681"/>
                </a:lnTo>
                <a:lnTo>
                  <a:pt x="3941398" y="1781273"/>
                </a:lnTo>
                <a:lnTo>
                  <a:pt x="3957066" y="1824202"/>
                </a:lnTo>
                <a:lnTo>
                  <a:pt x="3972035" y="1867462"/>
                </a:lnTo>
                <a:lnTo>
                  <a:pt x="3986301" y="1911046"/>
                </a:lnTo>
                <a:lnTo>
                  <a:pt x="3999854" y="1954947"/>
                </a:lnTo>
                <a:lnTo>
                  <a:pt x="4012689" y="1999159"/>
                </a:lnTo>
                <a:lnTo>
                  <a:pt x="4024799" y="2043674"/>
                </a:lnTo>
                <a:lnTo>
                  <a:pt x="4036177" y="2088486"/>
                </a:lnTo>
                <a:lnTo>
                  <a:pt x="4046816" y="2133587"/>
                </a:lnTo>
                <a:lnTo>
                  <a:pt x="4056710" y="2178972"/>
                </a:lnTo>
                <a:lnTo>
                  <a:pt x="4065851" y="2224633"/>
                </a:lnTo>
                <a:lnTo>
                  <a:pt x="4074233" y="2270564"/>
                </a:lnTo>
                <a:lnTo>
                  <a:pt x="4081848" y="2316758"/>
                </a:lnTo>
                <a:lnTo>
                  <a:pt x="4088692" y="2363207"/>
                </a:lnTo>
                <a:lnTo>
                  <a:pt x="4094755" y="2409905"/>
                </a:lnTo>
                <a:lnTo>
                  <a:pt x="4100032" y="2456846"/>
                </a:lnTo>
                <a:lnTo>
                  <a:pt x="4104516" y="2504023"/>
                </a:lnTo>
                <a:lnTo>
                  <a:pt x="4108200" y="2551428"/>
                </a:lnTo>
                <a:lnTo>
                  <a:pt x="4111077" y="2599055"/>
                </a:lnTo>
                <a:lnTo>
                  <a:pt x="4113141" y="2646897"/>
                </a:lnTo>
                <a:lnTo>
                  <a:pt x="4114384" y="2694947"/>
                </a:lnTo>
                <a:lnTo>
                  <a:pt x="4114800" y="2743200"/>
                </a:lnTo>
                <a:lnTo>
                  <a:pt x="4114384" y="2791453"/>
                </a:lnTo>
                <a:lnTo>
                  <a:pt x="4113141" y="2839504"/>
                </a:lnTo>
                <a:lnTo>
                  <a:pt x="4111077" y="2887348"/>
                </a:lnTo>
                <a:lnTo>
                  <a:pt x="4108200" y="2934976"/>
                </a:lnTo>
                <a:lnTo>
                  <a:pt x="4104516" y="2982382"/>
                </a:lnTo>
                <a:lnTo>
                  <a:pt x="4100032" y="3029559"/>
                </a:lnTo>
                <a:lnTo>
                  <a:pt x="4094755" y="3076501"/>
                </a:lnTo>
                <a:lnTo>
                  <a:pt x="4088692" y="3123200"/>
                </a:lnTo>
                <a:lnTo>
                  <a:pt x="4081848" y="3169650"/>
                </a:lnTo>
                <a:lnTo>
                  <a:pt x="4074233" y="3215845"/>
                </a:lnTo>
                <a:lnTo>
                  <a:pt x="4065851" y="3261776"/>
                </a:lnTo>
                <a:lnTo>
                  <a:pt x="4056710" y="3307438"/>
                </a:lnTo>
                <a:lnTo>
                  <a:pt x="4055127" y="3314700"/>
                </a:lnTo>
              </a:path>
            </a:pathLst>
          </a:custGeom>
          <a:ln w="12700">
            <a:solidFill>
              <a:srgbClr val="F59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58000" y="0"/>
            <a:ext cx="2286000" cy="2743200"/>
          </a:xfrm>
          <a:custGeom>
            <a:avLst/>
            <a:gdLst/>
            <a:ahLst/>
            <a:cxnLst/>
            <a:rect l="l" t="t" r="r" b="b"/>
            <a:pathLst>
              <a:path w="2286000" h="2743200">
                <a:moveTo>
                  <a:pt x="2286000" y="0"/>
                </a:moveTo>
                <a:lnTo>
                  <a:pt x="244764" y="0"/>
                </a:lnTo>
                <a:lnTo>
                  <a:pt x="227472" y="30368"/>
                </a:lnTo>
                <a:lnTo>
                  <a:pt x="206200" y="69964"/>
                </a:lnTo>
                <a:lnTo>
                  <a:pt x="185879" y="110134"/>
                </a:lnTo>
                <a:lnTo>
                  <a:pt x="166524" y="150865"/>
                </a:lnTo>
                <a:lnTo>
                  <a:pt x="148152" y="192140"/>
                </a:lnTo>
                <a:lnTo>
                  <a:pt x="130776" y="233946"/>
                </a:lnTo>
                <a:lnTo>
                  <a:pt x="114412" y="276267"/>
                </a:lnTo>
                <a:lnTo>
                  <a:pt x="99076" y="319088"/>
                </a:lnTo>
                <a:lnTo>
                  <a:pt x="84781" y="362393"/>
                </a:lnTo>
                <a:lnTo>
                  <a:pt x="71543" y="406168"/>
                </a:lnTo>
                <a:lnTo>
                  <a:pt x="59377" y="450399"/>
                </a:lnTo>
                <a:lnTo>
                  <a:pt x="48299" y="495068"/>
                </a:lnTo>
                <a:lnTo>
                  <a:pt x="38322" y="540163"/>
                </a:lnTo>
                <a:lnTo>
                  <a:pt x="29463" y="585667"/>
                </a:lnTo>
                <a:lnTo>
                  <a:pt x="21737" y="631566"/>
                </a:lnTo>
                <a:lnTo>
                  <a:pt x="15158" y="677844"/>
                </a:lnTo>
                <a:lnTo>
                  <a:pt x="9741" y="724486"/>
                </a:lnTo>
                <a:lnTo>
                  <a:pt x="5502" y="771478"/>
                </a:lnTo>
                <a:lnTo>
                  <a:pt x="2455" y="818804"/>
                </a:lnTo>
                <a:lnTo>
                  <a:pt x="616" y="866450"/>
                </a:lnTo>
                <a:lnTo>
                  <a:pt x="0" y="914400"/>
                </a:lnTo>
                <a:lnTo>
                  <a:pt x="616" y="962349"/>
                </a:lnTo>
                <a:lnTo>
                  <a:pt x="2455" y="1009995"/>
                </a:lnTo>
                <a:lnTo>
                  <a:pt x="5502" y="1057321"/>
                </a:lnTo>
                <a:lnTo>
                  <a:pt x="9741" y="1104313"/>
                </a:lnTo>
                <a:lnTo>
                  <a:pt x="15158" y="1150955"/>
                </a:lnTo>
                <a:lnTo>
                  <a:pt x="21737" y="1197233"/>
                </a:lnTo>
                <a:lnTo>
                  <a:pt x="29464" y="1243132"/>
                </a:lnTo>
                <a:lnTo>
                  <a:pt x="38322" y="1288636"/>
                </a:lnTo>
                <a:lnTo>
                  <a:pt x="48299" y="1333731"/>
                </a:lnTo>
                <a:lnTo>
                  <a:pt x="59377" y="1378400"/>
                </a:lnTo>
                <a:lnTo>
                  <a:pt x="71543" y="1422631"/>
                </a:lnTo>
                <a:lnTo>
                  <a:pt x="84781" y="1466406"/>
                </a:lnTo>
                <a:lnTo>
                  <a:pt x="99076" y="1509711"/>
                </a:lnTo>
                <a:lnTo>
                  <a:pt x="114412" y="1552532"/>
                </a:lnTo>
                <a:lnTo>
                  <a:pt x="130776" y="1594853"/>
                </a:lnTo>
                <a:lnTo>
                  <a:pt x="148152" y="1636659"/>
                </a:lnTo>
                <a:lnTo>
                  <a:pt x="166524" y="1677934"/>
                </a:lnTo>
                <a:lnTo>
                  <a:pt x="185879" y="1718665"/>
                </a:lnTo>
                <a:lnTo>
                  <a:pt x="206200" y="1758835"/>
                </a:lnTo>
                <a:lnTo>
                  <a:pt x="227472" y="1798431"/>
                </a:lnTo>
                <a:lnTo>
                  <a:pt x="249681" y="1837436"/>
                </a:lnTo>
                <a:lnTo>
                  <a:pt x="272812" y="1875835"/>
                </a:lnTo>
                <a:lnTo>
                  <a:pt x="296850" y="1913614"/>
                </a:lnTo>
                <a:lnTo>
                  <a:pt x="321778" y="1950758"/>
                </a:lnTo>
                <a:lnTo>
                  <a:pt x="347583" y="1987251"/>
                </a:lnTo>
                <a:lnTo>
                  <a:pt x="374250" y="2023079"/>
                </a:lnTo>
                <a:lnTo>
                  <a:pt x="401762" y="2058226"/>
                </a:lnTo>
                <a:lnTo>
                  <a:pt x="430106" y="2092677"/>
                </a:lnTo>
                <a:lnTo>
                  <a:pt x="459266" y="2126418"/>
                </a:lnTo>
                <a:lnTo>
                  <a:pt x="489227" y="2159433"/>
                </a:lnTo>
                <a:lnTo>
                  <a:pt x="519974" y="2191707"/>
                </a:lnTo>
                <a:lnTo>
                  <a:pt x="551492" y="2223225"/>
                </a:lnTo>
                <a:lnTo>
                  <a:pt x="583766" y="2253972"/>
                </a:lnTo>
                <a:lnTo>
                  <a:pt x="616781" y="2283933"/>
                </a:lnTo>
                <a:lnTo>
                  <a:pt x="650522" y="2313093"/>
                </a:lnTo>
                <a:lnTo>
                  <a:pt x="684973" y="2341437"/>
                </a:lnTo>
                <a:lnTo>
                  <a:pt x="720120" y="2368949"/>
                </a:lnTo>
                <a:lnTo>
                  <a:pt x="755948" y="2395616"/>
                </a:lnTo>
                <a:lnTo>
                  <a:pt x="792441" y="2421421"/>
                </a:lnTo>
                <a:lnTo>
                  <a:pt x="829585" y="2446349"/>
                </a:lnTo>
                <a:lnTo>
                  <a:pt x="867364" y="2470387"/>
                </a:lnTo>
                <a:lnTo>
                  <a:pt x="905763" y="2493518"/>
                </a:lnTo>
                <a:lnTo>
                  <a:pt x="944768" y="2515727"/>
                </a:lnTo>
                <a:lnTo>
                  <a:pt x="984364" y="2536999"/>
                </a:lnTo>
                <a:lnTo>
                  <a:pt x="1024534" y="2557320"/>
                </a:lnTo>
                <a:lnTo>
                  <a:pt x="1065265" y="2576675"/>
                </a:lnTo>
                <a:lnTo>
                  <a:pt x="1106540" y="2595047"/>
                </a:lnTo>
                <a:lnTo>
                  <a:pt x="1148346" y="2612423"/>
                </a:lnTo>
                <a:lnTo>
                  <a:pt x="1190667" y="2628787"/>
                </a:lnTo>
                <a:lnTo>
                  <a:pt x="1233488" y="2644123"/>
                </a:lnTo>
                <a:lnTo>
                  <a:pt x="1276793" y="2658418"/>
                </a:lnTo>
                <a:lnTo>
                  <a:pt x="1320568" y="2671656"/>
                </a:lnTo>
                <a:lnTo>
                  <a:pt x="1364799" y="2683822"/>
                </a:lnTo>
                <a:lnTo>
                  <a:pt x="1409468" y="2694900"/>
                </a:lnTo>
                <a:lnTo>
                  <a:pt x="1454563" y="2704877"/>
                </a:lnTo>
                <a:lnTo>
                  <a:pt x="1500067" y="2713736"/>
                </a:lnTo>
                <a:lnTo>
                  <a:pt x="1545966" y="2721462"/>
                </a:lnTo>
                <a:lnTo>
                  <a:pt x="1592244" y="2728041"/>
                </a:lnTo>
                <a:lnTo>
                  <a:pt x="1638886" y="2733458"/>
                </a:lnTo>
                <a:lnTo>
                  <a:pt x="1685878" y="2737697"/>
                </a:lnTo>
                <a:lnTo>
                  <a:pt x="1733204" y="2740744"/>
                </a:lnTo>
                <a:lnTo>
                  <a:pt x="1780850" y="2742583"/>
                </a:lnTo>
                <a:lnTo>
                  <a:pt x="1828800" y="2743200"/>
                </a:lnTo>
                <a:lnTo>
                  <a:pt x="1876749" y="2742583"/>
                </a:lnTo>
                <a:lnTo>
                  <a:pt x="1924395" y="2740744"/>
                </a:lnTo>
                <a:lnTo>
                  <a:pt x="1971721" y="2737697"/>
                </a:lnTo>
                <a:lnTo>
                  <a:pt x="2018713" y="2733458"/>
                </a:lnTo>
                <a:lnTo>
                  <a:pt x="2065355" y="2728041"/>
                </a:lnTo>
                <a:lnTo>
                  <a:pt x="2111633" y="2721462"/>
                </a:lnTo>
                <a:lnTo>
                  <a:pt x="2157532" y="2713736"/>
                </a:lnTo>
                <a:lnTo>
                  <a:pt x="2203036" y="2704877"/>
                </a:lnTo>
                <a:lnTo>
                  <a:pt x="2248131" y="2694900"/>
                </a:lnTo>
                <a:lnTo>
                  <a:pt x="2286000" y="2685508"/>
                </a:lnTo>
                <a:lnTo>
                  <a:pt x="2286000" y="0"/>
                </a:lnTo>
                <a:close/>
              </a:path>
            </a:pathLst>
          </a:custGeom>
          <a:solidFill>
            <a:srgbClr val="D97705">
              <a:alpha val="1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858000" y="0"/>
            <a:ext cx="2286000" cy="2743200"/>
          </a:xfrm>
          <a:custGeom>
            <a:avLst/>
            <a:gdLst/>
            <a:ahLst/>
            <a:cxnLst/>
            <a:rect l="l" t="t" r="r" b="b"/>
            <a:pathLst>
              <a:path w="2286000" h="2743200">
                <a:moveTo>
                  <a:pt x="2286000" y="2685508"/>
                </a:moveTo>
                <a:lnTo>
                  <a:pt x="2248131" y="2694900"/>
                </a:lnTo>
                <a:lnTo>
                  <a:pt x="2203036" y="2704877"/>
                </a:lnTo>
                <a:lnTo>
                  <a:pt x="2157532" y="2713735"/>
                </a:lnTo>
                <a:lnTo>
                  <a:pt x="2111633" y="2721462"/>
                </a:lnTo>
                <a:lnTo>
                  <a:pt x="2065355" y="2728041"/>
                </a:lnTo>
                <a:lnTo>
                  <a:pt x="2018713" y="2733458"/>
                </a:lnTo>
                <a:lnTo>
                  <a:pt x="1971721" y="2737697"/>
                </a:lnTo>
                <a:lnTo>
                  <a:pt x="1924395" y="2740744"/>
                </a:lnTo>
                <a:lnTo>
                  <a:pt x="1876749" y="2742583"/>
                </a:lnTo>
                <a:lnTo>
                  <a:pt x="1828800" y="2743200"/>
                </a:lnTo>
                <a:lnTo>
                  <a:pt x="1780850" y="2742583"/>
                </a:lnTo>
                <a:lnTo>
                  <a:pt x="1733204" y="2740744"/>
                </a:lnTo>
                <a:lnTo>
                  <a:pt x="1685878" y="2737697"/>
                </a:lnTo>
                <a:lnTo>
                  <a:pt x="1638886" y="2733458"/>
                </a:lnTo>
                <a:lnTo>
                  <a:pt x="1592244" y="2728041"/>
                </a:lnTo>
                <a:lnTo>
                  <a:pt x="1545966" y="2721462"/>
                </a:lnTo>
                <a:lnTo>
                  <a:pt x="1500067" y="2713736"/>
                </a:lnTo>
                <a:lnTo>
                  <a:pt x="1454563" y="2704877"/>
                </a:lnTo>
                <a:lnTo>
                  <a:pt x="1409468" y="2694900"/>
                </a:lnTo>
                <a:lnTo>
                  <a:pt x="1364799" y="2683822"/>
                </a:lnTo>
                <a:lnTo>
                  <a:pt x="1320568" y="2671656"/>
                </a:lnTo>
                <a:lnTo>
                  <a:pt x="1276793" y="2658418"/>
                </a:lnTo>
                <a:lnTo>
                  <a:pt x="1233488" y="2644123"/>
                </a:lnTo>
                <a:lnTo>
                  <a:pt x="1190667" y="2628787"/>
                </a:lnTo>
                <a:lnTo>
                  <a:pt x="1148346" y="2612423"/>
                </a:lnTo>
                <a:lnTo>
                  <a:pt x="1106540" y="2595047"/>
                </a:lnTo>
                <a:lnTo>
                  <a:pt x="1065265" y="2576675"/>
                </a:lnTo>
                <a:lnTo>
                  <a:pt x="1024534" y="2557320"/>
                </a:lnTo>
                <a:lnTo>
                  <a:pt x="984364" y="2536999"/>
                </a:lnTo>
                <a:lnTo>
                  <a:pt x="944768" y="2515727"/>
                </a:lnTo>
                <a:lnTo>
                  <a:pt x="905763" y="2493518"/>
                </a:lnTo>
                <a:lnTo>
                  <a:pt x="867364" y="2470387"/>
                </a:lnTo>
                <a:lnTo>
                  <a:pt x="829585" y="2446349"/>
                </a:lnTo>
                <a:lnTo>
                  <a:pt x="792441" y="2421421"/>
                </a:lnTo>
                <a:lnTo>
                  <a:pt x="755948" y="2395616"/>
                </a:lnTo>
                <a:lnTo>
                  <a:pt x="720120" y="2368949"/>
                </a:lnTo>
                <a:lnTo>
                  <a:pt x="684973" y="2341437"/>
                </a:lnTo>
                <a:lnTo>
                  <a:pt x="650522" y="2313093"/>
                </a:lnTo>
                <a:lnTo>
                  <a:pt x="616781" y="2283933"/>
                </a:lnTo>
                <a:lnTo>
                  <a:pt x="583766" y="2253972"/>
                </a:lnTo>
                <a:lnTo>
                  <a:pt x="551492" y="2223225"/>
                </a:lnTo>
                <a:lnTo>
                  <a:pt x="519974" y="2191707"/>
                </a:lnTo>
                <a:lnTo>
                  <a:pt x="489227" y="2159433"/>
                </a:lnTo>
                <a:lnTo>
                  <a:pt x="459266" y="2126418"/>
                </a:lnTo>
                <a:lnTo>
                  <a:pt x="430106" y="2092677"/>
                </a:lnTo>
                <a:lnTo>
                  <a:pt x="401762" y="2058226"/>
                </a:lnTo>
                <a:lnTo>
                  <a:pt x="374250" y="2023079"/>
                </a:lnTo>
                <a:lnTo>
                  <a:pt x="347583" y="1987251"/>
                </a:lnTo>
                <a:lnTo>
                  <a:pt x="321778" y="1950758"/>
                </a:lnTo>
                <a:lnTo>
                  <a:pt x="296850" y="1913614"/>
                </a:lnTo>
                <a:lnTo>
                  <a:pt x="272812" y="1875835"/>
                </a:lnTo>
                <a:lnTo>
                  <a:pt x="249681" y="1837436"/>
                </a:lnTo>
                <a:lnTo>
                  <a:pt x="227472" y="1798431"/>
                </a:lnTo>
                <a:lnTo>
                  <a:pt x="206200" y="1758835"/>
                </a:lnTo>
                <a:lnTo>
                  <a:pt x="185879" y="1718665"/>
                </a:lnTo>
                <a:lnTo>
                  <a:pt x="166524" y="1677934"/>
                </a:lnTo>
                <a:lnTo>
                  <a:pt x="148152" y="1636659"/>
                </a:lnTo>
                <a:lnTo>
                  <a:pt x="130776" y="1594853"/>
                </a:lnTo>
                <a:lnTo>
                  <a:pt x="114412" y="1552532"/>
                </a:lnTo>
                <a:lnTo>
                  <a:pt x="99076" y="1509711"/>
                </a:lnTo>
                <a:lnTo>
                  <a:pt x="84781" y="1466406"/>
                </a:lnTo>
                <a:lnTo>
                  <a:pt x="71543" y="1422631"/>
                </a:lnTo>
                <a:lnTo>
                  <a:pt x="59377" y="1378400"/>
                </a:lnTo>
                <a:lnTo>
                  <a:pt x="48299" y="1333731"/>
                </a:lnTo>
                <a:lnTo>
                  <a:pt x="38322" y="1288636"/>
                </a:lnTo>
                <a:lnTo>
                  <a:pt x="29464" y="1243132"/>
                </a:lnTo>
                <a:lnTo>
                  <a:pt x="21737" y="1197233"/>
                </a:lnTo>
                <a:lnTo>
                  <a:pt x="15158" y="1150955"/>
                </a:lnTo>
                <a:lnTo>
                  <a:pt x="9741" y="1104313"/>
                </a:lnTo>
                <a:lnTo>
                  <a:pt x="5502" y="1057321"/>
                </a:lnTo>
                <a:lnTo>
                  <a:pt x="2455" y="1009995"/>
                </a:lnTo>
                <a:lnTo>
                  <a:pt x="616" y="962349"/>
                </a:lnTo>
                <a:lnTo>
                  <a:pt x="0" y="914400"/>
                </a:lnTo>
                <a:lnTo>
                  <a:pt x="616" y="866450"/>
                </a:lnTo>
                <a:lnTo>
                  <a:pt x="2455" y="818804"/>
                </a:lnTo>
                <a:lnTo>
                  <a:pt x="5502" y="771478"/>
                </a:lnTo>
                <a:lnTo>
                  <a:pt x="9741" y="724486"/>
                </a:lnTo>
                <a:lnTo>
                  <a:pt x="15158" y="677844"/>
                </a:lnTo>
                <a:lnTo>
                  <a:pt x="21737" y="631566"/>
                </a:lnTo>
                <a:lnTo>
                  <a:pt x="29463" y="585667"/>
                </a:lnTo>
                <a:lnTo>
                  <a:pt x="38322" y="540163"/>
                </a:lnTo>
                <a:lnTo>
                  <a:pt x="48299" y="495068"/>
                </a:lnTo>
                <a:lnTo>
                  <a:pt x="59377" y="450399"/>
                </a:lnTo>
                <a:lnTo>
                  <a:pt x="71543" y="406168"/>
                </a:lnTo>
                <a:lnTo>
                  <a:pt x="84781" y="362393"/>
                </a:lnTo>
                <a:lnTo>
                  <a:pt x="99076" y="319088"/>
                </a:lnTo>
                <a:lnTo>
                  <a:pt x="114412" y="276267"/>
                </a:lnTo>
                <a:lnTo>
                  <a:pt x="130776" y="233946"/>
                </a:lnTo>
                <a:lnTo>
                  <a:pt x="148152" y="192140"/>
                </a:lnTo>
                <a:lnTo>
                  <a:pt x="166524" y="150865"/>
                </a:lnTo>
                <a:lnTo>
                  <a:pt x="185879" y="110134"/>
                </a:lnTo>
                <a:lnTo>
                  <a:pt x="206200" y="69964"/>
                </a:lnTo>
                <a:lnTo>
                  <a:pt x="227472" y="30368"/>
                </a:lnTo>
                <a:lnTo>
                  <a:pt x="244764" y="0"/>
                </a:lnTo>
              </a:path>
            </a:pathLst>
          </a:custGeom>
          <a:ln w="12700">
            <a:solidFill>
              <a:srgbClr val="D977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500" y="467690"/>
            <a:ext cx="138239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E17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E17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E17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E17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86337"/>
            <a:ext cx="5787390" cy="65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E17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056481"/>
            <a:ext cx="6860540" cy="21241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25969" y="-6350"/>
            <a:ext cx="2024380" cy="2207260"/>
            <a:chOff x="7125969" y="-6350"/>
            <a:chExt cx="2024380" cy="2207260"/>
          </a:xfrm>
        </p:grpSpPr>
        <p:sp>
          <p:nvSpPr>
            <p:cNvPr id="4" name="object 4"/>
            <p:cNvSpPr/>
            <p:nvPr/>
          </p:nvSpPr>
          <p:spPr>
            <a:xfrm>
              <a:off x="7132319" y="0"/>
              <a:ext cx="2011680" cy="2194560"/>
            </a:xfrm>
            <a:custGeom>
              <a:avLst/>
              <a:gdLst/>
              <a:ahLst/>
              <a:cxnLst/>
              <a:rect l="l" t="t" r="r" b="b"/>
              <a:pathLst>
                <a:path w="2011679" h="2194560">
                  <a:moveTo>
                    <a:pt x="2011679" y="0"/>
                  </a:moveTo>
                  <a:lnTo>
                    <a:pt x="195950" y="0"/>
                  </a:lnTo>
                  <a:lnTo>
                    <a:pt x="184781" y="19293"/>
                  </a:lnTo>
                  <a:lnTo>
                    <a:pt x="163309" y="59186"/>
                  </a:lnTo>
                  <a:lnTo>
                    <a:pt x="143048" y="99809"/>
                  </a:lnTo>
                  <a:lnTo>
                    <a:pt x="124021" y="141135"/>
                  </a:lnTo>
                  <a:lnTo>
                    <a:pt x="106253" y="183143"/>
                  </a:lnTo>
                  <a:lnTo>
                    <a:pt x="89768" y="225806"/>
                  </a:lnTo>
                  <a:lnTo>
                    <a:pt x="74590" y="269101"/>
                  </a:lnTo>
                  <a:lnTo>
                    <a:pt x="60743" y="313005"/>
                  </a:lnTo>
                  <a:lnTo>
                    <a:pt x="48252" y="357492"/>
                  </a:lnTo>
                  <a:lnTo>
                    <a:pt x="37139" y="402539"/>
                  </a:lnTo>
                  <a:lnTo>
                    <a:pt x="27431" y="448122"/>
                  </a:lnTo>
                  <a:lnTo>
                    <a:pt x="19149" y="494217"/>
                  </a:lnTo>
                  <a:lnTo>
                    <a:pt x="12320" y="540799"/>
                  </a:lnTo>
                  <a:lnTo>
                    <a:pt x="6966" y="587844"/>
                  </a:lnTo>
                  <a:lnTo>
                    <a:pt x="3112" y="635329"/>
                  </a:lnTo>
                  <a:lnTo>
                    <a:pt x="782" y="683229"/>
                  </a:lnTo>
                  <a:lnTo>
                    <a:pt x="0" y="731520"/>
                  </a:lnTo>
                  <a:lnTo>
                    <a:pt x="782" y="779810"/>
                  </a:lnTo>
                  <a:lnTo>
                    <a:pt x="3112" y="827710"/>
                  </a:lnTo>
                  <a:lnTo>
                    <a:pt x="6966" y="875195"/>
                  </a:lnTo>
                  <a:lnTo>
                    <a:pt x="12320" y="922240"/>
                  </a:lnTo>
                  <a:lnTo>
                    <a:pt x="19149" y="968822"/>
                  </a:lnTo>
                  <a:lnTo>
                    <a:pt x="27431" y="1014917"/>
                  </a:lnTo>
                  <a:lnTo>
                    <a:pt x="37139" y="1060500"/>
                  </a:lnTo>
                  <a:lnTo>
                    <a:pt x="48252" y="1105547"/>
                  </a:lnTo>
                  <a:lnTo>
                    <a:pt x="60743" y="1150034"/>
                  </a:lnTo>
                  <a:lnTo>
                    <a:pt x="74590" y="1193938"/>
                  </a:lnTo>
                  <a:lnTo>
                    <a:pt x="89768" y="1237233"/>
                  </a:lnTo>
                  <a:lnTo>
                    <a:pt x="106253" y="1279896"/>
                  </a:lnTo>
                  <a:lnTo>
                    <a:pt x="124021" y="1321904"/>
                  </a:lnTo>
                  <a:lnTo>
                    <a:pt x="143048" y="1363230"/>
                  </a:lnTo>
                  <a:lnTo>
                    <a:pt x="163309" y="1403853"/>
                  </a:lnTo>
                  <a:lnTo>
                    <a:pt x="184781" y="1443746"/>
                  </a:lnTo>
                  <a:lnTo>
                    <a:pt x="207440" y="1482888"/>
                  </a:lnTo>
                  <a:lnTo>
                    <a:pt x="231260" y="1521252"/>
                  </a:lnTo>
                  <a:lnTo>
                    <a:pt x="256220" y="1558816"/>
                  </a:lnTo>
                  <a:lnTo>
                    <a:pt x="282293" y="1595554"/>
                  </a:lnTo>
                  <a:lnTo>
                    <a:pt x="309457" y="1631444"/>
                  </a:lnTo>
                  <a:lnTo>
                    <a:pt x="337686" y="1666460"/>
                  </a:lnTo>
                  <a:lnTo>
                    <a:pt x="366957" y="1700580"/>
                  </a:lnTo>
                  <a:lnTo>
                    <a:pt x="397246" y="1733777"/>
                  </a:lnTo>
                  <a:lnTo>
                    <a:pt x="428529" y="1766030"/>
                  </a:lnTo>
                  <a:lnTo>
                    <a:pt x="460782" y="1797313"/>
                  </a:lnTo>
                  <a:lnTo>
                    <a:pt x="493979" y="1827602"/>
                  </a:lnTo>
                  <a:lnTo>
                    <a:pt x="528099" y="1856873"/>
                  </a:lnTo>
                  <a:lnTo>
                    <a:pt x="563115" y="1885102"/>
                  </a:lnTo>
                  <a:lnTo>
                    <a:pt x="599005" y="1912266"/>
                  </a:lnTo>
                  <a:lnTo>
                    <a:pt x="635743" y="1938339"/>
                  </a:lnTo>
                  <a:lnTo>
                    <a:pt x="673307" y="1963299"/>
                  </a:lnTo>
                  <a:lnTo>
                    <a:pt x="711671" y="1987119"/>
                  </a:lnTo>
                  <a:lnTo>
                    <a:pt x="750813" y="2009778"/>
                  </a:lnTo>
                  <a:lnTo>
                    <a:pt x="790706" y="2031250"/>
                  </a:lnTo>
                  <a:lnTo>
                    <a:pt x="831329" y="2051511"/>
                  </a:lnTo>
                  <a:lnTo>
                    <a:pt x="872655" y="2070538"/>
                  </a:lnTo>
                  <a:lnTo>
                    <a:pt x="914663" y="2088306"/>
                  </a:lnTo>
                  <a:lnTo>
                    <a:pt x="957326" y="2104791"/>
                  </a:lnTo>
                  <a:lnTo>
                    <a:pt x="1000621" y="2119969"/>
                  </a:lnTo>
                  <a:lnTo>
                    <a:pt x="1044525" y="2133816"/>
                  </a:lnTo>
                  <a:lnTo>
                    <a:pt x="1089012" y="2146307"/>
                  </a:lnTo>
                  <a:lnTo>
                    <a:pt x="1134059" y="2157420"/>
                  </a:lnTo>
                  <a:lnTo>
                    <a:pt x="1179642" y="2167128"/>
                  </a:lnTo>
                  <a:lnTo>
                    <a:pt x="1225737" y="2175410"/>
                  </a:lnTo>
                  <a:lnTo>
                    <a:pt x="1272319" y="2182239"/>
                  </a:lnTo>
                  <a:lnTo>
                    <a:pt x="1319364" y="2187593"/>
                  </a:lnTo>
                  <a:lnTo>
                    <a:pt x="1366849" y="2191447"/>
                  </a:lnTo>
                  <a:lnTo>
                    <a:pt x="1414749" y="2193777"/>
                  </a:lnTo>
                  <a:lnTo>
                    <a:pt x="1463039" y="2194560"/>
                  </a:lnTo>
                  <a:lnTo>
                    <a:pt x="1511330" y="2193777"/>
                  </a:lnTo>
                  <a:lnTo>
                    <a:pt x="1559230" y="2191447"/>
                  </a:lnTo>
                  <a:lnTo>
                    <a:pt x="1606715" y="2187593"/>
                  </a:lnTo>
                  <a:lnTo>
                    <a:pt x="1653760" y="2182239"/>
                  </a:lnTo>
                  <a:lnTo>
                    <a:pt x="1700342" y="2175410"/>
                  </a:lnTo>
                  <a:lnTo>
                    <a:pt x="1746437" y="2167128"/>
                  </a:lnTo>
                  <a:lnTo>
                    <a:pt x="1792020" y="2157420"/>
                  </a:lnTo>
                  <a:lnTo>
                    <a:pt x="1837067" y="2146307"/>
                  </a:lnTo>
                  <a:lnTo>
                    <a:pt x="1881554" y="2133816"/>
                  </a:lnTo>
                  <a:lnTo>
                    <a:pt x="1925458" y="2119969"/>
                  </a:lnTo>
                  <a:lnTo>
                    <a:pt x="1968753" y="2104791"/>
                  </a:lnTo>
                  <a:lnTo>
                    <a:pt x="2011392" y="2088306"/>
                  </a:lnTo>
                  <a:lnTo>
                    <a:pt x="2011679" y="2088306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6266F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32319" y="0"/>
              <a:ext cx="2011680" cy="2194560"/>
            </a:xfrm>
            <a:custGeom>
              <a:avLst/>
              <a:gdLst/>
              <a:ahLst/>
              <a:cxnLst/>
              <a:rect l="l" t="t" r="r" b="b"/>
              <a:pathLst>
                <a:path w="2011679" h="2194560">
                  <a:moveTo>
                    <a:pt x="2011679" y="2088195"/>
                  </a:moveTo>
                  <a:lnTo>
                    <a:pt x="1968753" y="2104791"/>
                  </a:lnTo>
                  <a:lnTo>
                    <a:pt x="1925458" y="2119969"/>
                  </a:lnTo>
                  <a:lnTo>
                    <a:pt x="1881554" y="2133816"/>
                  </a:lnTo>
                  <a:lnTo>
                    <a:pt x="1837067" y="2146307"/>
                  </a:lnTo>
                  <a:lnTo>
                    <a:pt x="1792020" y="2157420"/>
                  </a:lnTo>
                  <a:lnTo>
                    <a:pt x="1746437" y="2167128"/>
                  </a:lnTo>
                  <a:lnTo>
                    <a:pt x="1700342" y="2175410"/>
                  </a:lnTo>
                  <a:lnTo>
                    <a:pt x="1653760" y="2182239"/>
                  </a:lnTo>
                  <a:lnTo>
                    <a:pt x="1606715" y="2187593"/>
                  </a:lnTo>
                  <a:lnTo>
                    <a:pt x="1559230" y="2191447"/>
                  </a:lnTo>
                  <a:lnTo>
                    <a:pt x="1511330" y="2193777"/>
                  </a:lnTo>
                  <a:lnTo>
                    <a:pt x="1463039" y="2194560"/>
                  </a:lnTo>
                  <a:lnTo>
                    <a:pt x="1414749" y="2193777"/>
                  </a:lnTo>
                  <a:lnTo>
                    <a:pt x="1366849" y="2191447"/>
                  </a:lnTo>
                  <a:lnTo>
                    <a:pt x="1319364" y="2187593"/>
                  </a:lnTo>
                  <a:lnTo>
                    <a:pt x="1272319" y="2182239"/>
                  </a:lnTo>
                  <a:lnTo>
                    <a:pt x="1225737" y="2175410"/>
                  </a:lnTo>
                  <a:lnTo>
                    <a:pt x="1179642" y="2167128"/>
                  </a:lnTo>
                  <a:lnTo>
                    <a:pt x="1134059" y="2157420"/>
                  </a:lnTo>
                  <a:lnTo>
                    <a:pt x="1089012" y="2146307"/>
                  </a:lnTo>
                  <a:lnTo>
                    <a:pt x="1044525" y="2133816"/>
                  </a:lnTo>
                  <a:lnTo>
                    <a:pt x="1000621" y="2119969"/>
                  </a:lnTo>
                  <a:lnTo>
                    <a:pt x="957326" y="2104791"/>
                  </a:lnTo>
                  <a:lnTo>
                    <a:pt x="914663" y="2088306"/>
                  </a:lnTo>
                  <a:lnTo>
                    <a:pt x="872655" y="2070538"/>
                  </a:lnTo>
                  <a:lnTo>
                    <a:pt x="831329" y="2051511"/>
                  </a:lnTo>
                  <a:lnTo>
                    <a:pt x="790706" y="2031250"/>
                  </a:lnTo>
                  <a:lnTo>
                    <a:pt x="750813" y="2009778"/>
                  </a:lnTo>
                  <a:lnTo>
                    <a:pt x="711671" y="1987119"/>
                  </a:lnTo>
                  <a:lnTo>
                    <a:pt x="673307" y="1963299"/>
                  </a:lnTo>
                  <a:lnTo>
                    <a:pt x="635743" y="1938339"/>
                  </a:lnTo>
                  <a:lnTo>
                    <a:pt x="599005" y="1912266"/>
                  </a:lnTo>
                  <a:lnTo>
                    <a:pt x="563115" y="1885102"/>
                  </a:lnTo>
                  <a:lnTo>
                    <a:pt x="528099" y="1856873"/>
                  </a:lnTo>
                  <a:lnTo>
                    <a:pt x="493979" y="1827602"/>
                  </a:lnTo>
                  <a:lnTo>
                    <a:pt x="460782" y="1797313"/>
                  </a:lnTo>
                  <a:lnTo>
                    <a:pt x="428529" y="1766030"/>
                  </a:lnTo>
                  <a:lnTo>
                    <a:pt x="397246" y="1733777"/>
                  </a:lnTo>
                  <a:lnTo>
                    <a:pt x="366957" y="1700580"/>
                  </a:lnTo>
                  <a:lnTo>
                    <a:pt x="337686" y="1666460"/>
                  </a:lnTo>
                  <a:lnTo>
                    <a:pt x="309457" y="1631444"/>
                  </a:lnTo>
                  <a:lnTo>
                    <a:pt x="282293" y="1595554"/>
                  </a:lnTo>
                  <a:lnTo>
                    <a:pt x="256220" y="1558816"/>
                  </a:lnTo>
                  <a:lnTo>
                    <a:pt x="231260" y="1521252"/>
                  </a:lnTo>
                  <a:lnTo>
                    <a:pt x="207440" y="1482888"/>
                  </a:lnTo>
                  <a:lnTo>
                    <a:pt x="184781" y="1443746"/>
                  </a:lnTo>
                  <a:lnTo>
                    <a:pt x="163309" y="1403853"/>
                  </a:lnTo>
                  <a:lnTo>
                    <a:pt x="143048" y="1363230"/>
                  </a:lnTo>
                  <a:lnTo>
                    <a:pt x="124021" y="1321904"/>
                  </a:lnTo>
                  <a:lnTo>
                    <a:pt x="106253" y="1279896"/>
                  </a:lnTo>
                  <a:lnTo>
                    <a:pt x="89768" y="1237233"/>
                  </a:lnTo>
                  <a:lnTo>
                    <a:pt x="74590" y="1193938"/>
                  </a:lnTo>
                  <a:lnTo>
                    <a:pt x="60743" y="1150034"/>
                  </a:lnTo>
                  <a:lnTo>
                    <a:pt x="48252" y="1105547"/>
                  </a:lnTo>
                  <a:lnTo>
                    <a:pt x="37139" y="1060500"/>
                  </a:lnTo>
                  <a:lnTo>
                    <a:pt x="27431" y="1014917"/>
                  </a:lnTo>
                  <a:lnTo>
                    <a:pt x="19149" y="968822"/>
                  </a:lnTo>
                  <a:lnTo>
                    <a:pt x="12320" y="922240"/>
                  </a:lnTo>
                  <a:lnTo>
                    <a:pt x="6966" y="875195"/>
                  </a:lnTo>
                  <a:lnTo>
                    <a:pt x="3112" y="827710"/>
                  </a:lnTo>
                  <a:lnTo>
                    <a:pt x="782" y="779810"/>
                  </a:lnTo>
                  <a:lnTo>
                    <a:pt x="0" y="731520"/>
                  </a:lnTo>
                  <a:lnTo>
                    <a:pt x="782" y="683229"/>
                  </a:lnTo>
                  <a:lnTo>
                    <a:pt x="3112" y="635329"/>
                  </a:lnTo>
                  <a:lnTo>
                    <a:pt x="6966" y="587844"/>
                  </a:lnTo>
                  <a:lnTo>
                    <a:pt x="12320" y="540799"/>
                  </a:lnTo>
                  <a:lnTo>
                    <a:pt x="19149" y="494217"/>
                  </a:lnTo>
                  <a:lnTo>
                    <a:pt x="27431" y="448122"/>
                  </a:lnTo>
                  <a:lnTo>
                    <a:pt x="37139" y="402539"/>
                  </a:lnTo>
                  <a:lnTo>
                    <a:pt x="48252" y="357492"/>
                  </a:lnTo>
                  <a:lnTo>
                    <a:pt x="60743" y="313005"/>
                  </a:lnTo>
                  <a:lnTo>
                    <a:pt x="74590" y="269101"/>
                  </a:lnTo>
                  <a:lnTo>
                    <a:pt x="89768" y="225806"/>
                  </a:lnTo>
                  <a:lnTo>
                    <a:pt x="106253" y="183143"/>
                  </a:lnTo>
                  <a:lnTo>
                    <a:pt x="124021" y="141135"/>
                  </a:lnTo>
                  <a:lnTo>
                    <a:pt x="143048" y="99809"/>
                  </a:lnTo>
                  <a:lnTo>
                    <a:pt x="163309" y="59186"/>
                  </a:lnTo>
                  <a:lnTo>
                    <a:pt x="184781" y="19293"/>
                  </a:lnTo>
                  <a:lnTo>
                    <a:pt x="195950" y="0"/>
                  </a:lnTo>
                </a:path>
              </a:pathLst>
            </a:custGeom>
            <a:ln w="12700">
              <a:solidFill>
                <a:srgbClr val="6266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674609" y="2919729"/>
            <a:ext cx="1475740" cy="1841500"/>
            <a:chOff x="7674609" y="2919729"/>
            <a:chExt cx="1475740" cy="1841500"/>
          </a:xfrm>
        </p:grpSpPr>
        <p:sp>
          <p:nvSpPr>
            <p:cNvPr id="7" name="object 7"/>
            <p:cNvSpPr/>
            <p:nvPr/>
          </p:nvSpPr>
          <p:spPr>
            <a:xfrm>
              <a:off x="7680959" y="2926079"/>
              <a:ext cx="1463040" cy="1828800"/>
            </a:xfrm>
            <a:custGeom>
              <a:avLst/>
              <a:gdLst/>
              <a:ahLst/>
              <a:cxnLst/>
              <a:rect l="l" t="t" r="r" b="b"/>
              <a:pathLst>
                <a:path w="1463040" h="1828800">
                  <a:moveTo>
                    <a:pt x="914400" y="0"/>
                  </a:moveTo>
                  <a:lnTo>
                    <a:pt x="865842" y="1267"/>
                  </a:lnTo>
                  <a:lnTo>
                    <a:pt x="817944" y="5028"/>
                  </a:lnTo>
                  <a:lnTo>
                    <a:pt x="770768" y="11219"/>
                  </a:lnTo>
                  <a:lnTo>
                    <a:pt x="724379" y="19776"/>
                  </a:lnTo>
                  <a:lnTo>
                    <a:pt x="678839" y="30637"/>
                  </a:lnTo>
                  <a:lnTo>
                    <a:pt x="634211" y="43738"/>
                  </a:lnTo>
                  <a:lnTo>
                    <a:pt x="590559" y="59016"/>
                  </a:lnTo>
                  <a:lnTo>
                    <a:pt x="547945" y="76408"/>
                  </a:lnTo>
                  <a:lnTo>
                    <a:pt x="506434" y="95851"/>
                  </a:lnTo>
                  <a:lnTo>
                    <a:pt x="466088" y="117281"/>
                  </a:lnTo>
                  <a:lnTo>
                    <a:pt x="426971" y="140635"/>
                  </a:lnTo>
                  <a:lnTo>
                    <a:pt x="389146" y="165849"/>
                  </a:lnTo>
                  <a:lnTo>
                    <a:pt x="352675" y="192862"/>
                  </a:lnTo>
                  <a:lnTo>
                    <a:pt x="317623" y="221609"/>
                  </a:lnTo>
                  <a:lnTo>
                    <a:pt x="284053" y="252027"/>
                  </a:lnTo>
                  <a:lnTo>
                    <a:pt x="252027" y="284053"/>
                  </a:lnTo>
                  <a:lnTo>
                    <a:pt x="221609" y="317623"/>
                  </a:lnTo>
                  <a:lnTo>
                    <a:pt x="192862" y="352675"/>
                  </a:lnTo>
                  <a:lnTo>
                    <a:pt x="165849" y="389146"/>
                  </a:lnTo>
                  <a:lnTo>
                    <a:pt x="140635" y="426971"/>
                  </a:lnTo>
                  <a:lnTo>
                    <a:pt x="117281" y="466088"/>
                  </a:lnTo>
                  <a:lnTo>
                    <a:pt x="95851" y="506434"/>
                  </a:lnTo>
                  <a:lnTo>
                    <a:pt x="76408" y="547945"/>
                  </a:lnTo>
                  <a:lnTo>
                    <a:pt x="59016" y="590559"/>
                  </a:lnTo>
                  <a:lnTo>
                    <a:pt x="43738" y="634211"/>
                  </a:lnTo>
                  <a:lnTo>
                    <a:pt x="30637" y="678839"/>
                  </a:lnTo>
                  <a:lnTo>
                    <a:pt x="19776" y="724379"/>
                  </a:lnTo>
                  <a:lnTo>
                    <a:pt x="11219" y="770768"/>
                  </a:lnTo>
                  <a:lnTo>
                    <a:pt x="5028" y="817944"/>
                  </a:lnTo>
                  <a:lnTo>
                    <a:pt x="1267" y="865842"/>
                  </a:lnTo>
                  <a:lnTo>
                    <a:pt x="0" y="914400"/>
                  </a:lnTo>
                  <a:lnTo>
                    <a:pt x="1267" y="962962"/>
                  </a:lnTo>
                  <a:lnTo>
                    <a:pt x="5028" y="1010864"/>
                  </a:lnTo>
                  <a:lnTo>
                    <a:pt x="11219" y="1058043"/>
                  </a:lnTo>
                  <a:lnTo>
                    <a:pt x="19776" y="1104435"/>
                  </a:lnTo>
                  <a:lnTo>
                    <a:pt x="30637" y="1149978"/>
                  </a:lnTo>
                  <a:lnTo>
                    <a:pt x="43738" y="1194607"/>
                  </a:lnTo>
                  <a:lnTo>
                    <a:pt x="59016" y="1238261"/>
                  </a:lnTo>
                  <a:lnTo>
                    <a:pt x="76408" y="1280875"/>
                  </a:lnTo>
                  <a:lnTo>
                    <a:pt x="95851" y="1322387"/>
                  </a:lnTo>
                  <a:lnTo>
                    <a:pt x="117281" y="1362733"/>
                  </a:lnTo>
                  <a:lnTo>
                    <a:pt x="140635" y="1401850"/>
                  </a:lnTo>
                  <a:lnTo>
                    <a:pt x="165849" y="1439675"/>
                  </a:lnTo>
                  <a:lnTo>
                    <a:pt x="192862" y="1476145"/>
                  </a:lnTo>
                  <a:lnTo>
                    <a:pt x="221609" y="1511197"/>
                  </a:lnTo>
                  <a:lnTo>
                    <a:pt x="252027" y="1544766"/>
                  </a:lnTo>
                  <a:lnTo>
                    <a:pt x="284053" y="1576791"/>
                  </a:lnTo>
                  <a:lnTo>
                    <a:pt x="317623" y="1607207"/>
                  </a:lnTo>
                  <a:lnTo>
                    <a:pt x="352675" y="1635953"/>
                  </a:lnTo>
                  <a:lnTo>
                    <a:pt x="389146" y="1662964"/>
                  </a:lnTo>
                  <a:lnTo>
                    <a:pt x="426971" y="1688177"/>
                  </a:lnTo>
                  <a:lnTo>
                    <a:pt x="466088" y="1711529"/>
                  </a:lnTo>
                  <a:lnTo>
                    <a:pt x="506434" y="1732957"/>
                  </a:lnTo>
                  <a:lnTo>
                    <a:pt x="547945" y="1752398"/>
                  </a:lnTo>
                  <a:lnTo>
                    <a:pt x="590559" y="1769789"/>
                  </a:lnTo>
                  <a:lnTo>
                    <a:pt x="634211" y="1785065"/>
                  </a:lnTo>
                  <a:lnTo>
                    <a:pt x="678839" y="1798165"/>
                  </a:lnTo>
                  <a:lnTo>
                    <a:pt x="724379" y="1809025"/>
                  </a:lnTo>
                  <a:lnTo>
                    <a:pt x="770768" y="1817582"/>
                  </a:lnTo>
                  <a:lnTo>
                    <a:pt x="817944" y="1823772"/>
                  </a:lnTo>
                  <a:lnTo>
                    <a:pt x="865842" y="1827532"/>
                  </a:lnTo>
                  <a:lnTo>
                    <a:pt x="914400" y="1828800"/>
                  </a:lnTo>
                  <a:lnTo>
                    <a:pt x="962957" y="1827532"/>
                  </a:lnTo>
                  <a:lnTo>
                    <a:pt x="1010855" y="1823772"/>
                  </a:lnTo>
                  <a:lnTo>
                    <a:pt x="1058031" y="1817582"/>
                  </a:lnTo>
                  <a:lnTo>
                    <a:pt x="1104420" y="1809025"/>
                  </a:lnTo>
                  <a:lnTo>
                    <a:pt x="1149960" y="1798165"/>
                  </a:lnTo>
                  <a:lnTo>
                    <a:pt x="1194588" y="1785065"/>
                  </a:lnTo>
                  <a:lnTo>
                    <a:pt x="1238240" y="1769789"/>
                  </a:lnTo>
                  <a:lnTo>
                    <a:pt x="1280854" y="1752398"/>
                  </a:lnTo>
                  <a:lnTo>
                    <a:pt x="1322365" y="1732957"/>
                  </a:lnTo>
                  <a:lnTo>
                    <a:pt x="1362711" y="1711529"/>
                  </a:lnTo>
                  <a:lnTo>
                    <a:pt x="1401828" y="1688177"/>
                  </a:lnTo>
                  <a:lnTo>
                    <a:pt x="1439653" y="1662964"/>
                  </a:lnTo>
                  <a:lnTo>
                    <a:pt x="1463040" y="1645643"/>
                  </a:lnTo>
                  <a:lnTo>
                    <a:pt x="1463040" y="183171"/>
                  </a:lnTo>
                  <a:lnTo>
                    <a:pt x="1401828" y="140635"/>
                  </a:lnTo>
                  <a:lnTo>
                    <a:pt x="1362711" y="117281"/>
                  </a:lnTo>
                  <a:lnTo>
                    <a:pt x="1322365" y="95851"/>
                  </a:lnTo>
                  <a:lnTo>
                    <a:pt x="1280854" y="76408"/>
                  </a:lnTo>
                  <a:lnTo>
                    <a:pt x="1238240" y="59016"/>
                  </a:lnTo>
                  <a:lnTo>
                    <a:pt x="1194588" y="43738"/>
                  </a:lnTo>
                  <a:lnTo>
                    <a:pt x="1149960" y="30637"/>
                  </a:lnTo>
                  <a:lnTo>
                    <a:pt x="1104420" y="19776"/>
                  </a:lnTo>
                  <a:lnTo>
                    <a:pt x="1058031" y="11219"/>
                  </a:lnTo>
                  <a:lnTo>
                    <a:pt x="1010855" y="5028"/>
                  </a:lnTo>
                  <a:lnTo>
                    <a:pt x="962957" y="126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FB881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80959" y="2926079"/>
              <a:ext cx="1463040" cy="1828800"/>
            </a:xfrm>
            <a:custGeom>
              <a:avLst/>
              <a:gdLst/>
              <a:ahLst/>
              <a:cxnLst/>
              <a:rect l="l" t="t" r="r" b="b"/>
              <a:pathLst>
                <a:path w="1463040" h="1828800">
                  <a:moveTo>
                    <a:pt x="1463040" y="1645643"/>
                  </a:moveTo>
                  <a:lnTo>
                    <a:pt x="1401828" y="1688177"/>
                  </a:lnTo>
                  <a:lnTo>
                    <a:pt x="1362711" y="1711529"/>
                  </a:lnTo>
                  <a:lnTo>
                    <a:pt x="1322365" y="1732957"/>
                  </a:lnTo>
                  <a:lnTo>
                    <a:pt x="1280854" y="1752398"/>
                  </a:lnTo>
                  <a:lnTo>
                    <a:pt x="1238240" y="1769789"/>
                  </a:lnTo>
                  <a:lnTo>
                    <a:pt x="1194588" y="1785065"/>
                  </a:lnTo>
                  <a:lnTo>
                    <a:pt x="1149960" y="1798165"/>
                  </a:lnTo>
                  <a:lnTo>
                    <a:pt x="1104420" y="1809025"/>
                  </a:lnTo>
                  <a:lnTo>
                    <a:pt x="1058031" y="1817582"/>
                  </a:lnTo>
                  <a:lnTo>
                    <a:pt x="1010855" y="1823772"/>
                  </a:lnTo>
                  <a:lnTo>
                    <a:pt x="962957" y="1827532"/>
                  </a:lnTo>
                  <a:lnTo>
                    <a:pt x="914400" y="1828800"/>
                  </a:lnTo>
                  <a:lnTo>
                    <a:pt x="865842" y="1827532"/>
                  </a:lnTo>
                  <a:lnTo>
                    <a:pt x="817944" y="1823772"/>
                  </a:lnTo>
                  <a:lnTo>
                    <a:pt x="770768" y="1817582"/>
                  </a:lnTo>
                  <a:lnTo>
                    <a:pt x="724379" y="1809025"/>
                  </a:lnTo>
                  <a:lnTo>
                    <a:pt x="678839" y="1798165"/>
                  </a:lnTo>
                  <a:lnTo>
                    <a:pt x="634211" y="1785065"/>
                  </a:lnTo>
                  <a:lnTo>
                    <a:pt x="590559" y="1769789"/>
                  </a:lnTo>
                  <a:lnTo>
                    <a:pt x="547945" y="1752398"/>
                  </a:lnTo>
                  <a:lnTo>
                    <a:pt x="506434" y="1732957"/>
                  </a:lnTo>
                  <a:lnTo>
                    <a:pt x="466088" y="1711529"/>
                  </a:lnTo>
                  <a:lnTo>
                    <a:pt x="426971" y="1688177"/>
                  </a:lnTo>
                  <a:lnTo>
                    <a:pt x="389146" y="1662964"/>
                  </a:lnTo>
                  <a:lnTo>
                    <a:pt x="352675" y="1635953"/>
                  </a:lnTo>
                  <a:lnTo>
                    <a:pt x="317623" y="1607207"/>
                  </a:lnTo>
                  <a:lnTo>
                    <a:pt x="284053" y="1576791"/>
                  </a:lnTo>
                  <a:lnTo>
                    <a:pt x="252027" y="1544766"/>
                  </a:lnTo>
                  <a:lnTo>
                    <a:pt x="221609" y="1511197"/>
                  </a:lnTo>
                  <a:lnTo>
                    <a:pt x="192862" y="1476145"/>
                  </a:lnTo>
                  <a:lnTo>
                    <a:pt x="165849" y="1439675"/>
                  </a:lnTo>
                  <a:lnTo>
                    <a:pt x="140635" y="1401850"/>
                  </a:lnTo>
                  <a:lnTo>
                    <a:pt x="117281" y="1362733"/>
                  </a:lnTo>
                  <a:lnTo>
                    <a:pt x="95851" y="1322387"/>
                  </a:lnTo>
                  <a:lnTo>
                    <a:pt x="76408" y="1280875"/>
                  </a:lnTo>
                  <a:lnTo>
                    <a:pt x="59016" y="1238261"/>
                  </a:lnTo>
                  <a:lnTo>
                    <a:pt x="43738" y="1194607"/>
                  </a:lnTo>
                  <a:lnTo>
                    <a:pt x="30637" y="1149978"/>
                  </a:lnTo>
                  <a:lnTo>
                    <a:pt x="19776" y="1104435"/>
                  </a:lnTo>
                  <a:lnTo>
                    <a:pt x="11219" y="1058043"/>
                  </a:lnTo>
                  <a:lnTo>
                    <a:pt x="5028" y="1010864"/>
                  </a:lnTo>
                  <a:lnTo>
                    <a:pt x="1267" y="962962"/>
                  </a:lnTo>
                  <a:lnTo>
                    <a:pt x="0" y="914400"/>
                  </a:lnTo>
                  <a:lnTo>
                    <a:pt x="1267" y="865842"/>
                  </a:lnTo>
                  <a:lnTo>
                    <a:pt x="5028" y="817944"/>
                  </a:lnTo>
                  <a:lnTo>
                    <a:pt x="11219" y="770768"/>
                  </a:lnTo>
                  <a:lnTo>
                    <a:pt x="19776" y="724379"/>
                  </a:lnTo>
                  <a:lnTo>
                    <a:pt x="30637" y="678839"/>
                  </a:lnTo>
                  <a:lnTo>
                    <a:pt x="43738" y="634211"/>
                  </a:lnTo>
                  <a:lnTo>
                    <a:pt x="59016" y="590559"/>
                  </a:lnTo>
                  <a:lnTo>
                    <a:pt x="76408" y="547945"/>
                  </a:lnTo>
                  <a:lnTo>
                    <a:pt x="95851" y="506434"/>
                  </a:lnTo>
                  <a:lnTo>
                    <a:pt x="117281" y="466088"/>
                  </a:lnTo>
                  <a:lnTo>
                    <a:pt x="140635" y="426971"/>
                  </a:lnTo>
                  <a:lnTo>
                    <a:pt x="165849" y="389146"/>
                  </a:lnTo>
                  <a:lnTo>
                    <a:pt x="192862" y="352675"/>
                  </a:lnTo>
                  <a:lnTo>
                    <a:pt x="221609" y="317623"/>
                  </a:lnTo>
                  <a:lnTo>
                    <a:pt x="252027" y="284053"/>
                  </a:lnTo>
                  <a:lnTo>
                    <a:pt x="284053" y="252027"/>
                  </a:lnTo>
                  <a:lnTo>
                    <a:pt x="317623" y="221609"/>
                  </a:lnTo>
                  <a:lnTo>
                    <a:pt x="352675" y="192862"/>
                  </a:lnTo>
                  <a:lnTo>
                    <a:pt x="389146" y="165849"/>
                  </a:lnTo>
                  <a:lnTo>
                    <a:pt x="426971" y="140635"/>
                  </a:lnTo>
                  <a:lnTo>
                    <a:pt x="466088" y="117281"/>
                  </a:lnTo>
                  <a:lnTo>
                    <a:pt x="506434" y="95851"/>
                  </a:lnTo>
                  <a:lnTo>
                    <a:pt x="547945" y="76408"/>
                  </a:lnTo>
                  <a:lnTo>
                    <a:pt x="590559" y="59016"/>
                  </a:lnTo>
                  <a:lnTo>
                    <a:pt x="634211" y="43738"/>
                  </a:lnTo>
                  <a:lnTo>
                    <a:pt x="678839" y="30637"/>
                  </a:lnTo>
                  <a:lnTo>
                    <a:pt x="724379" y="19776"/>
                  </a:lnTo>
                  <a:lnTo>
                    <a:pt x="770768" y="11219"/>
                  </a:lnTo>
                  <a:lnTo>
                    <a:pt x="817944" y="5028"/>
                  </a:lnTo>
                  <a:lnTo>
                    <a:pt x="865842" y="1267"/>
                  </a:lnTo>
                  <a:lnTo>
                    <a:pt x="914400" y="0"/>
                  </a:lnTo>
                  <a:lnTo>
                    <a:pt x="962957" y="1267"/>
                  </a:lnTo>
                  <a:lnTo>
                    <a:pt x="1010855" y="5028"/>
                  </a:lnTo>
                  <a:lnTo>
                    <a:pt x="1058031" y="11219"/>
                  </a:lnTo>
                  <a:lnTo>
                    <a:pt x="1104420" y="19776"/>
                  </a:lnTo>
                  <a:lnTo>
                    <a:pt x="1149960" y="30637"/>
                  </a:lnTo>
                  <a:lnTo>
                    <a:pt x="1194588" y="43738"/>
                  </a:lnTo>
                  <a:lnTo>
                    <a:pt x="1238240" y="59016"/>
                  </a:lnTo>
                  <a:lnTo>
                    <a:pt x="1280854" y="76408"/>
                  </a:lnTo>
                  <a:lnTo>
                    <a:pt x="1322365" y="95851"/>
                  </a:lnTo>
                  <a:lnTo>
                    <a:pt x="1362711" y="117281"/>
                  </a:lnTo>
                  <a:lnTo>
                    <a:pt x="1401828" y="140635"/>
                  </a:lnTo>
                  <a:lnTo>
                    <a:pt x="1439653" y="165849"/>
                  </a:lnTo>
                  <a:lnTo>
                    <a:pt x="1463040" y="183171"/>
                  </a:lnTo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1130553"/>
            <a:ext cx="3397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31390" algn="l"/>
                <a:tab pos="2563495" algn="l"/>
              </a:tabLst>
            </a:pP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P</a:t>
            </a:r>
            <a:r>
              <a:rPr sz="1100" b="1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E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L</a:t>
            </a:r>
            <a:r>
              <a:rPr sz="1100" b="1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100" b="1" spc="-4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T</a:t>
            </a:r>
            <a:r>
              <a:rPr sz="1100" b="1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I</a:t>
            </a:r>
            <a:r>
              <a:rPr sz="1100" b="1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H</a:t>
            </a:r>
            <a:r>
              <a:rPr sz="1100" b="1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N</a:t>
            </a:r>
            <a:r>
              <a:rPr sz="1100" b="1" spc="160" dirty="0">
                <a:solidFill>
                  <a:srgbClr val="93A2B8"/>
                </a:solidFill>
                <a:latin typeface="Arial"/>
                <a:cs typeface="Arial"/>
              </a:rPr>
              <a:t> 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W</a:t>
            </a:r>
            <a:r>
              <a:rPr sz="1100" b="1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E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B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D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E</a:t>
            </a:r>
            <a:r>
              <a:rPr sz="1100" b="1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93A2B8"/>
                </a:solidFill>
                <a:latin typeface="Arial"/>
                <a:cs typeface="Arial"/>
              </a:rPr>
              <a:t>V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	—	M</a:t>
            </a:r>
            <a:r>
              <a:rPr sz="1100" b="1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100" b="1" spc="-5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G A</a:t>
            </a:r>
            <a:r>
              <a:rPr sz="1100" b="1" spc="-5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N</a:t>
            </a:r>
            <a:r>
              <a:rPr sz="1100" b="1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93A2B8"/>
                </a:solidFill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44500" y="1056481"/>
            <a:ext cx="4474845" cy="1952625"/>
          </a:xfrm>
          <a:prstGeom prst="rect">
            <a:avLst/>
          </a:prstGeom>
        </p:spPr>
        <p:txBody>
          <a:bodyPr vert="horz" wrap="square" lIns="0" tIns="334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35"/>
              </a:spcBef>
            </a:pPr>
            <a:r>
              <a:rPr sz="8000" spc="-10" dirty="0">
                <a:solidFill>
                  <a:srgbClr val="FFFFFF"/>
                </a:solidFill>
              </a:rPr>
              <a:t>CoFund</a:t>
            </a:r>
            <a:endParaRPr sz="8000"/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000" b="0" dirty="0">
                <a:solidFill>
                  <a:srgbClr val="93A2B8"/>
                </a:solidFill>
                <a:latin typeface="Arial MT"/>
                <a:cs typeface="Arial MT"/>
              </a:rPr>
              <a:t>Standarisasi</a:t>
            </a:r>
            <a:r>
              <a:rPr sz="2000" b="0" spc="-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93A2B8"/>
                </a:solidFill>
                <a:latin typeface="Arial MT"/>
                <a:cs typeface="Arial MT"/>
              </a:rPr>
              <a:t>Kode</a:t>
            </a:r>
            <a:r>
              <a:rPr sz="2000" b="0" spc="-5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93A2B8"/>
                </a:solidFill>
                <a:latin typeface="Arial MT"/>
                <a:cs typeface="Arial MT"/>
              </a:rPr>
              <a:t>&amp;</a:t>
            </a:r>
            <a:r>
              <a:rPr sz="2000" b="0" spc="-8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93A2B8"/>
                </a:solidFill>
                <a:latin typeface="Arial MT"/>
                <a:cs typeface="Arial MT"/>
              </a:rPr>
              <a:t>Timeline</a:t>
            </a:r>
            <a:r>
              <a:rPr sz="2000" b="0" spc="-4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93A2B8"/>
                </a:solidFill>
                <a:latin typeface="Arial MT"/>
                <a:cs typeface="Arial MT"/>
              </a:rPr>
              <a:t>Pelatihan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200400"/>
            <a:ext cx="3657600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25400">
            <a:solidFill>
              <a:srgbClr val="6266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4500" y="3462604"/>
            <a:ext cx="46532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6266F0"/>
                </a:solidFill>
                <a:latin typeface="Arial"/>
                <a:cs typeface="Arial"/>
              </a:rPr>
              <a:t>Section</a:t>
            </a:r>
            <a:r>
              <a:rPr sz="1100" b="1" spc="-3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266F0"/>
                </a:solidFill>
                <a:latin typeface="Arial"/>
                <a:cs typeface="Arial"/>
              </a:rPr>
              <a:t>1</a:t>
            </a:r>
            <a:r>
              <a:rPr sz="1100" b="1" spc="29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Standarisasi</a:t>
            </a:r>
            <a:r>
              <a:rPr sz="1100" spc="-3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Laravel</a:t>
            </a:r>
            <a:r>
              <a:rPr sz="1100" spc="-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Vue.js</a:t>
            </a:r>
            <a:r>
              <a:rPr sz="1100" spc="130" dirty="0">
                <a:solidFill>
                  <a:srgbClr val="93A2B8"/>
                </a:solidFill>
                <a:latin typeface="Arial MT"/>
                <a:cs typeface="Arial MT"/>
              </a:rPr>
              <a:t>  </a:t>
            </a:r>
            <a:r>
              <a:rPr sz="1100" dirty="0">
                <a:solidFill>
                  <a:srgbClr val="334154"/>
                </a:solidFill>
                <a:latin typeface="Arial MT"/>
                <a:cs typeface="Arial MT"/>
              </a:rPr>
              <a:t>|</a:t>
            </a:r>
            <a:r>
              <a:rPr sz="1100" spc="135" dirty="0">
                <a:solidFill>
                  <a:srgbClr val="334154"/>
                </a:solidFill>
                <a:latin typeface="Arial MT"/>
                <a:cs typeface="Arial MT"/>
              </a:rPr>
              <a:t>  </a:t>
            </a:r>
            <a:r>
              <a:rPr sz="1100" b="1" dirty="0">
                <a:solidFill>
                  <a:srgbClr val="F59E0A"/>
                </a:solidFill>
                <a:latin typeface="Arial"/>
                <a:cs typeface="Arial"/>
              </a:rPr>
              <a:t>Section</a:t>
            </a:r>
            <a:r>
              <a:rPr sz="1100" b="1" spc="-35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59E0A"/>
                </a:solidFill>
                <a:latin typeface="Arial"/>
                <a:cs typeface="Arial"/>
              </a:rPr>
              <a:t>2</a:t>
            </a:r>
            <a:r>
              <a:rPr sz="1100" b="1" spc="290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Timeline</a:t>
            </a:r>
            <a:r>
              <a:rPr sz="1100" spc="-2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1</a:t>
            </a:r>
            <a:r>
              <a:rPr sz="1100" spc="-2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Minggu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4684267"/>
            <a:ext cx="1057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4154"/>
                </a:solidFill>
                <a:latin typeface="Arial MT"/>
                <a:cs typeface="Arial MT"/>
              </a:rPr>
              <a:t>v1.0</a:t>
            </a:r>
            <a:r>
              <a:rPr sz="1000" spc="245" dirty="0">
                <a:solidFill>
                  <a:srgbClr val="33415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34154"/>
                </a:solidFill>
                <a:latin typeface="Arial MT"/>
                <a:cs typeface="Arial MT"/>
              </a:rPr>
              <a:t>·</a:t>
            </a:r>
            <a:r>
              <a:rPr sz="1000" spc="250" dirty="0">
                <a:solidFill>
                  <a:srgbClr val="33415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34154"/>
                </a:solidFill>
                <a:latin typeface="Arial MT"/>
                <a:cs typeface="Arial MT"/>
              </a:rPr>
              <a:t>2</a:t>
            </a:r>
            <a:r>
              <a:rPr sz="1000" spc="-15" dirty="0">
                <a:solidFill>
                  <a:srgbClr val="33415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34154"/>
                </a:solidFill>
                <a:latin typeface="Arial MT"/>
                <a:cs typeface="Arial MT"/>
              </a:rPr>
              <a:t>Juli</a:t>
            </a:r>
            <a:r>
              <a:rPr sz="1000" spc="-10" dirty="0">
                <a:solidFill>
                  <a:srgbClr val="334154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334154"/>
                </a:solidFill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pc="-10" dirty="0"/>
              <a:t>Agenda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Apa</a:t>
            </a:r>
            <a:r>
              <a:rPr sz="1100" b="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akan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kita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pelajari?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884" y="801497"/>
            <a:ext cx="8585200" cy="4206875"/>
            <a:chOff x="214884" y="801497"/>
            <a:chExt cx="8585200" cy="4206875"/>
          </a:xfrm>
        </p:grpSpPr>
        <p:sp>
          <p:nvSpPr>
            <p:cNvPr id="5" name="object 5"/>
            <p:cNvSpPr/>
            <p:nvPr/>
          </p:nvSpPr>
          <p:spPr>
            <a:xfrm>
              <a:off x="347471" y="804672"/>
              <a:ext cx="8449310" cy="0"/>
            </a:xfrm>
            <a:custGeom>
              <a:avLst/>
              <a:gdLst/>
              <a:ahLst/>
              <a:cxnLst/>
              <a:rect l="l" t="t" r="r" b="b"/>
              <a:pathLst>
                <a:path w="8449310">
                  <a:moveTo>
                    <a:pt x="0" y="0"/>
                  </a:moveTo>
                  <a:lnTo>
                    <a:pt x="8449056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" y="819937"/>
              <a:ext cx="4279392" cy="41879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471" y="914400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60" h="3931920">
                  <a:moveTo>
                    <a:pt x="3931919" y="0"/>
                  </a:moveTo>
                  <a:lnTo>
                    <a:pt x="91452" y="0"/>
                  </a:lnTo>
                  <a:lnTo>
                    <a:pt x="55855" y="7179"/>
                  </a:lnTo>
                  <a:lnTo>
                    <a:pt x="26785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3840467"/>
                  </a:lnTo>
                  <a:lnTo>
                    <a:pt x="7186" y="3876064"/>
                  </a:lnTo>
                  <a:lnTo>
                    <a:pt x="26785" y="3905134"/>
                  </a:lnTo>
                  <a:lnTo>
                    <a:pt x="55855" y="3924733"/>
                  </a:lnTo>
                  <a:lnTo>
                    <a:pt x="91452" y="3931920"/>
                  </a:lnTo>
                  <a:lnTo>
                    <a:pt x="3931919" y="3931920"/>
                  </a:lnTo>
                  <a:lnTo>
                    <a:pt x="3967531" y="3924733"/>
                  </a:lnTo>
                  <a:lnTo>
                    <a:pt x="3996594" y="3905134"/>
                  </a:lnTo>
                  <a:lnTo>
                    <a:pt x="4016180" y="3876064"/>
                  </a:lnTo>
                  <a:lnTo>
                    <a:pt x="4023360" y="3840467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471" y="914400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60" h="3931920">
                  <a:moveTo>
                    <a:pt x="0" y="91439"/>
                  </a:moveTo>
                  <a:lnTo>
                    <a:pt x="7186" y="55828"/>
                  </a:lnTo>
                  <a:lnTo>
                    <a:pt x="26785" y="26765"/>
                  </a:lnTo>
                  <a:lnTo>
                    <a:pt x="55855" y="7179"/>
                  </a:lnTo>
                  <a:lnTo>
                    <a:pt x="91452" y="0"/>
                  </a:lnTo>
                  <a:lnTo>
                    <a:pt x="3931919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840467"/>
                  </a:lnTo>
                  <a:lnTo>
                    <a:pt x="4016180" y="3876064"/>
                  </a:lnTo>
                  <a:lnTo>
                    <a:pt x="3996594" y="3905134"/>
                  </a:lnTo>
                  <a:lnTo>
                    <a:pt x="3967531" y="3924733"/>
                  </a:lnTo>
                  <a:lnTo>
                    <a:pt x="3931919" y="3931920"/>
                  </a:lnTo>
                  <a:lnTo>
                    <a:pt x="91452" y="3931920"/>
                  </a:lnTo>
                  <a:lnTo>
                    <a:pt x="55855" y="3924733"/>
                  </a:lnTo>
                  <a:lnTo>
                    <a:pt x="26785" y="3905134"/>
                  </a:lnTo>
                  <a:lnTo>
                    <a:pt x="7186" y="3876064"/>
                  </a:lnTo>
                  <a:lnTo>
                    <a:pt x="0" y="3840467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7471" y="914400"/>
              <a:ext cx="4023360" cy="439420"/>
            </a:xfrm>
            <a:custGeom>
              <a:avLst/>
              <a:gdLst/>
              <a:ahLst/>
              <a:cxnLst/>
              <a:rect l="l" t="t" r="r" b="b"/>
              <a:pathLst>
                <a:path w="4023360" h="439419">
                  <a:moveTo>
                    <a:pt x="3931919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347472"/>
                  </a:lnTo>
                  <a:lnTo>
                    <a:pt x="7184" y="383083"/>
                  </a:lnTo>
                  <a:lnTo>
                    <a:pt x="26779" y="412146"/>
                  </a:lnTo>
                  <a:lnTo>
                    <a:pt x="55844" y="431732"/>
                  </a:lnTo>
                  <a:lnTo>
                    <a:pt x="91440" y="438912"/>
                  </a:lnTo>
                  <a:lnTo>
                    <a:pt x="3931919" y="438912"/>
                  </a:lnTo>
                  <a:lnTo>
                    <a:pt x="3967531" y="431732"/>
                  </a:lnTo>
                  <a:lnTo>
                    <a:pt x="3996594" y="412146"/>
                  </a:lnTo>
                  <a:lnTo>
                    <a:pt x="4016180" y="383083"/>
                  </a:lnTo>
                  <a:lnTo>
                    <a:pt x="4023360" y="347472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19" y="0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471" y="914400"/>
              <a:ext cx="4023360" cy="439420"/>
            </a:xfrm>
            <a:custGeom>
              <a:avLst/>
              <a:gdLst/>
              <a:ahLst/>
              <a:cxnLst/>
              <a:rect l="l" t="t" r="r" b="b"/>
              <a:pathLst>
                <a:path w="4023360" h="439419">
                  <a:moveTo>
                    <a:pt x="0" y="91439"/>
                  </a:moveTo>
                  <a:lnTo>
                    <a:pt x="7184" y="55828"/>
                  </a:lnTo>
                  <a:lnTo>
                    <a:pt x="26779" y="26765"/>
                  </a:lnTo>
                  <a:lnTo>
                    <a:pt x="55844" y="7179"/>
                  </a:lnTo>
                  <a:lnTo>
                    <a:pt x="91440" y="0"/>
                  </a:lnTo>
                  <a:lnTo>
                    <a:pt x="3931919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47472"/>
                  </a:lnTo>
                  <a:lnTo>
                    <a:pt x="4016180" y="383083"/>
                  </a:lnTo>
                  <a:lnTo>
                    <a:pt x="3996594" y="412146"/>
                  </a:lnTo>
                  <a:lnTo>
                    <a:pt x="3967531" y="431732"/>
                  </a:lnTo>
                  <a:lnTo>
                    <a:pt x="3931919" y="438912"/>
                  </a:lnTo>
                  <a:lnTo>
                    <a:pt x="91440" y="438912"/>
                  </a:lnTo>
                  <a:lnTo>
                    <a:pt x="55844" y="431732"/>
                  </a:lnTo>
                  <a:lnTo>
                    <a:pt x="26779" y="412146"/>
                  </a:lnTo>
                  <a:lnTo>
                    <a:pt x="7184" y="383083"/>
                  </a:lnTo>
                  <a:lnTo>
                    <a:pt x="0" y="347472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6266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0219" y="1013205"/>
            <a:ext cx="25539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3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Standarisasi</a:t>
            </a: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Kode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219" y="1500378"/>
            <a:ext cx="25698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3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Penamaan</a:t>
            </a:r>
            <a:r>
              <a:rPr sz="1050" spc="-4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file,</a:t>
            </a:r>
            <a:r>
              <a:rPr sz="1050" spc="-4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class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&amp;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variabel</a:t>
            </a:r>
            <a:r>
              <a:rPr sz="105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Laravel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219" y="1811273"/>
            <a:ext cx="21018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5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Struktur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folder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&amp;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konvensi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route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219" y="2122423"/>
            <a:ext cx="28301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6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FormRequest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(opsional,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direkomendasikan)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219" y="2433320"/>
            <a:ext cx="21494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4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Penamaan</a:t>
            </a:r>
            <a:r>
              <a:rPr sz="1050" spc="-4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file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&amp;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komponen</a:t>
            </a:r>
            <a:r>
              <a:rPr sz="1050" spc="-4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Vue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0219" y="2744216"/>
            <a:ext cx="192658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6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Props,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emits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&amp;</a:t>
            </a:r>
            <a:r>
              <a:rPr sz="105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composables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219" y="3055366"/>
            <a:ext cx="2482215" cy="808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5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Service</a:t>
            </a:r>
            <a:r>
              <a:rPr sz="105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layer</a:t>
            </a:r>
            <a:r>
              <a:rPr sz="1050" spc="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—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axios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per</a:t>
            </a:r>
            <a:r>
              <a:rPr sz="105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modul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4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Pinia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store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standards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050" b="1" dirty="0">
                <a:solidFill>
                  <a:srgbClr val="6266F0"/>
                </a:solidFill>
                <a:latin typeface="Arial"/>
                <a:cs typeface="Arial"/>
              </a:rPr>
              <a:t>→</a:t>
            </a:r>
            <a:r>
              <a:rPr sz="1050" b="1" spc="254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Library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stack:</a:t>
            </a:r>
            <a:r>
              <a:rPr sz="1050" spc="-4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PrimeVue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&amp;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PrimeIcons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40579" y="819937"/>
            <a:ext cx="4279900" cy="4188460"/>
            <a:chOff x="4640579" y="819937"/>
            <a:chExt cx="4279900" cy="41884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0579" y="819937"/>
              <a:ext cx="4279391" cy="41879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73167" y="914399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59" h="3931920">
                  <a:moveTo>
                    <a:pt x="393192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840467"/>
                  </a:lnTo>
                  <a:lnTo>
                    <a:pt x="7179" y="3876064"/>
                  </a:lnTo>
                  <a:lnTo>
                    <a:pt x="26765" y="3905134"/>
                  </a:lnTo>
                  <a:lnTo>
                    <a:pt x="55828" y="3924733"/>
                  </a:lnTo>
                  <a:lnTo>
                    <a:pt x="91440" y="3931920"/>
                  </a:lnTo>
                  <a:lnTo>
                    <a:pt x="3931920" y="3931920"/>
                  </a:lnTo>
                  <a:lnTo>
                    <a:pt x="3967531" y="3924733"/>
                  </a:lnTo>
                  <a:lnTo>
                    <a:pt x="3996594" y="3905134"/>
                  </a:lnTo>
                  <a:lnTo>
                    <a:pt x="4016180" y="3876064"/>
                  </a:lnTo>
                  <a:lnTo>
                    <a:pt x="4023360" y="3840467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73167" y="914399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59" h="393192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931920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840467"/>
                  </a:lnTo>
                  <a:lnTo>
                    <a:pt x="4016180" y="3876064"/>
                  </a:lnTo>
                  <a:lnTo>
                    <a:pt x="3996594" y="3905134"/>
                  </a:lnTo>
                  <a:lnTo>
                    <a:pt x="3967531" y="3924733"/>
                  </a:lnTo>
                  <a:lnTo>
                    <a:pt x="3931920" y="3931920"/>
                  </a:lnTo>
                  <a:lnTo>
                    <a:pt x="91440" y="3931920"/>
                  </a:lnTo>
                  <a:lnTo>
                    <a:pt x="55828" y="3924733"/>
                  </a:lnTo>
                  <a:lnTo>
                    <a:pt x="26765" y="3905134"/>
                  </a:lnTo>
                  <a:lnTo>
                    <a:pt x="7179" y="3876064"/>
                  </a:lnTo>
                  <a:lnTo>
                    <a:pt x="0" y="3840467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73167" y="914399"/>
              <a:ext cx="4023360" cy="439420"/>
            </a:xfrm>
            <a:custGeom>
              <a:avLst/>
              <a:gdLst/>
              <a:ahLst/>
              <a:cxnLst/>
              <a:rect l="l" t="t" r="r" b="b"/>
              <a:pathLst>
                <a:path w="4023359" h="439419">
                  <a:moveTo>
                    <a:pt x="393192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47472"/>
                  </a:lnTo>
                  <a:lnTo>
                    <a:pt x="7179" y="383083"/>
                  </a:lnTo>
                  <a:lnTo>
                    <a:pt x="26765" y="412146"/>
                  </a:lnTo>
                  <a:lnTo>
                    <a:pt x="55828" y="431732"/>
                  </a:lnTo>
                  <a:lnTo>
                    <a:pt x="91440" y="438912"/>
                  </a:lnTo>
                  <a:lnTo>
                    <a:pt x="3931920" y="438912"/>
                  </a:lnTo>
                  <a:lnTo>
                    <a:pt x="3967531" y="431732"/>
                  </a:lnTo>
                  <a:lnTo>
                    <a:pt x="3996594" y="412146"/>
                  </a:lnTo>
                  <a:lnTo>
                    <a:pt x="4016180" y="383083"/>
                  </a:lnTo>
                  <a:lnTo>
                    <a:pt x="4023360" y="347472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73167" y="914399"/>
              <a:ext cx="4023360" cy="439420"/>
            </a:xfrm>
            <a:custGeom>
              <a:avLst/>
              <a:gdLst/>
              <a:ahLst/>
              <a:cxnLst/>
              <a:rect l="l" t="t" r="r" b="b"/>
              <a:pathLst>
                <a:path w="4023359" h="43941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931920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47472"/>
                  </a:lnTo>
                  <a:lnTo>
                    <a:pt x="4016180" y="383083"/>
                  </a:lnTo>
                  <a:lnTo>
                    <a:pt x="3996594" y="412146"/>
                  </a:lnTo>
                  <a:lnTo>
                    <a:pt x="3967531" y="431732"/>
                  </a:lnTo>
                  <a:lnTo>
                    <a:pt x="3931920" y="438912"/>
                  </a:lnTo>
                  <a:lnTo>
                    <a:pt x="91440" y="438912"/>
                  </a:lnTo>
                  <a:lnTo>
                    <a:pt x="55828" y="431732"/>
                  </a:lnTo>
                  <a:lnTo>
                    <a:pt x="26765" y="412146"/>
                  </a:lnTo>
                  <a:lnTo>
                    <a:pt x="7179" y="383083"/>
                  </a:lnTo>
                  <a:lnTo>
                    <a:pt x="0" y="347472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07407" y="1013205"/>
            <a:ext cx="25577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300" b="1" spc="2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Timeline</a:t>
            </a: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Pelatihan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07407" y="1500378"/>
            <a:ext cx="27711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59E0A"/>
                </a:solidFill>
                <a:latin typeface="Arial"/>
                <a:cs typeface="Arial"/>
              </a:rPr>
              <a:t>→</a:t>
            </a:r>
            <a:r>
              <a:rPr sz="1050" b="1" spc="220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Overview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timeline</a:t>
            </a:r>
            <a:r>
              <a:rPr sz="1050" spc="-5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1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minggu</a:t>
            </a:r>
            <a:r>
              <a:rPr sz="1050" spc="-4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(rekomendasi)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07407" y="1811273"/>
            <a:ext cx="16649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59E0A"/>
                </a:solidFill>
                <a:latin typeface="Arial"/>
                <a:cs typeface="Arial"/>
              </a:rPr>
              <a:t>→</a:t>
            </a:r>
            <a:r>
              <a:rPr sz="1050" b="1" spc="250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Target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Backend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per</a:t>
            </a:r>
            <a:r>
              <a:rPr sz="105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hari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07407" y="2122423"/>
            <a:ext cx="1680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59E0A"/>
                </a:solidFill>
                <a:latin typeface="Arial"/>
                <a:cs typeface="Arial"/>
              </a:rPr>
              <a:t>→</a:t>
            </a:r>
            <a:r>
              <a:rPr sz="1050" b="1" spc="245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Target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Frontend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per</a:t>
            </a:r>
            <a:r>
              <a:rPr sz="105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hari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7407" y="2433320"/>
            <a:ext cx="25292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59E0A"/>
                </a:solidFill>
                <a:latin typeface="Arial"/>
                <a:cs typeface="Arial"/>
              </a:rPr>
              <a:t>→</a:t>
            </a:r>
            <a:r>
              <a:rPr sz="1050" b="1" spc="254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Mock</a:t>
            </a:r>
            <a:r>
              <a:rPr sz="105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JSON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API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untuk</a:t>
            </a:r>
            <a:r>
              <a:rPr sz="105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peserta</a:t>
            </a:r>
            <a:r>
              <a:rPr sz="105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FE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0E172A"/>
                </a:solidFill>
                <a:latin typeface="Arial MT"/>
                <a:cs typeface="Arial MT"/>
              </a:rPr>
              <a:t>only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07407" y="2744216"/>
            <a:ext cx="16827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59E0A"/>
                </a:solidFill>
                <a:latin typeface="Arial"/>
                <a:cs typeface="Arial"/>
              </a:rPr>
              <a:t>→</a:t>
            </a:r>
            <a:r>
              <a:rPr sz="1050" b="1" spc="270" dirty="0">
                <a:solidFill>
                  <a:srgbClr val="F59E0A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Checklist</a:t>
            </a:r>
            <a:r>
              <a:rPr sz="105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172A"/>
                </a:solidFill>
                <a:latin typeface="Arial MT"/>
                <a:cs typeface="Arial MT"/>
              </a:rPr>
              <a:t>akhir</a:t>
            </a:r>
            <a:r>
              <a:rPr sz="105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0E172A"/>
                </a:solidFill>
                <a:latin typeface="Arial MT"/>
                <a:cs typeface="Arial MT"/>
              </a:rPr>
              <a:t>pelatihan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3670300" cy="3670300"/>
            <a:chOff x="-6350" y="-6350"/>
            <a:chExt cx="3670300" cy="36703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3200467" y="0"/>
                  </a:moveTo>
                  <a:lnTo>
                    <a:pt x="0" y="0"/>
                  </a:lnTo>
                  <a:lnTo>
                    <a:pt x="0" y="3200472"/>
                  </a:lnTo>
                  <a:lnTo>
                    <a:pt x="65558" y="3248020"/>
                  </a:lnTo>
                  <a:lnTo>
                    <a:pt x="102846" y="3273480"/>
                  </a:lnTo>
                  <a:lnTo>
                    <a:pt x="140658" y="3298218"/>
                  </a:lnTo>
                  <a:lnTo>
                    <a:pt x="178983" y="3322225"/>
                  </a:lnTo>
                  <a:lnTo>
                    <a:pt x="217811" y="3345490"/>
                  </a:lnTo>
                  <a:lnTo>
                    <a:pt x="257133" y="3368003"/>
                  </a:lnTo>
                  <a:lnTo>
                    <a:pt x="296939" y="3389756"/>
                  </a:lnTo>
                  <a:lnTo>
                    <a:pt x="337219" y="3410736"/>
                  </a:lnTo>
                  <a:lnTo>
                    <a:pt x="377962" y="3430936"/>
                  </a:lnTo>
                  <a:lnTo>
                    <a:pt x="419159" y="3450344"/>
                  </a:lnTo>
                  <a:lnTo>
                    <a:pt x="460801" y="3468952"/>
                  </a:lnTo>
                  <a:lnTo>
                    <a:pt x="502876" y="3486748"/>
                  </a:lnTo>
                  <a:lnTo>
                    <a:pt x="545376" y="3503724"/>
                  </a:lnTo>
                  <a:lnTo>
                    <a:pt x="588290" y="3519868"/>
                  </a:lnTo>
                  <a:lnTo>
                    <a:pt x="631608" y="3535172"/>
                  </a:lnTo>
                  <a:lnTo>
                    <a:pt x="675321" y="3549625"/>
                  </a:lnTo>
                  <a:lnTo>
                    <a:pt x="719418" y="3563218"/>
                  </a:lnTo>
                  <a:lnTo>
                    <a:pt x="763890" y="3575940"/>
                  </a:lnTo>
                  <a:lnTo>
                    <a:pt x="808726" y="3587782"/>
                  </a:lnTo>
                  <a:lnTo>
                    <a:pt x="853918" y="3598733"/>
                  </a:lnTo>
                  <a:lnTo>
                    <a:pt x="899454" y="3608784"/>
                  </a:lnTo>
                  <a:lnTo>
                    <a:pt x="945325" y="3617925"/>
                  </a:lnTo>
                  <a:lnTo>
                    <a:pt x="991521" y="3626146"/>
                  </a:lnTo>
                  <a:lnTo>
                    <a:pt x="1038032" y="3633437"/>
                  </a:lnTo>
                  <a:lnTo>
                    <a:pt x="1084848" y="3639788"/>
                  </a:lnTo>
                  <a:lnTo>
                    <a:pt x="1131960" y="3645189"/>
                  </a:lnTo>
                  <a:lnTo>
                    <a:pt x="1179357" y="3649630"/>
                  </a:lnTo>
                  <a:lnTo>
                    <a:pt x="1227029" y="3653102"/>
                  </a:lnTo>
                  <a:lnTo>
                    <a:pt x="1274967" y="3655594"/>
                  </a:lnTo>
                  <a:lnTo>
                    <a:pt x="1323160" y="3657096"/>
                  </a:lnTo>
                  <a:lnTo>
                    <a:pt x="1371600" y="3657600"/>
                  </a:lnTo>
                  <a:lnTo>
                    <a:pt x="1420038" y="3657096"/>
                  </a:lnTo>
                  <a:lnTo>
                    <a:pt x="1468231" y="3655594"/>
                  </a:lnTo>
                  <a:lnTo>
                    <a:pt x="1516168" y="3653102"/>
                  </a:lnTo>
                  <a:lnTo>
                    <a:pt x="1563840" y="3649630"/>
                  </a:lnTo>
                  <a:lnTo>
                    <a:pt x="1611236" y="3645189"/>
                  </a:lnTo>
                  <a:lnTo>
                    <a:pt x="1658347" y="3639788"/>
                  </a:lnTo>
                  <a:lnTo>
                    <a:pt x="1705163" y="3633437"/>
                  </a:lnTo>
                  <a:lnTo>
                    <a:pt x="1751674" y="3626146"/>
                  </a:lnTo>
                  <a:lnTo>
                    <a:pt x="1797870" y="3617925"/>
                  </a:lnTo>
                  <a:lnTo>
                    <a:pt x="1843740" y="3608784"/>
                  </a:lnTo>
                  <a:lnTo>
                    <a:pt x="1889276" y="3598733"/>
                  </a:lnTo>
                  <a:lnTo>
                    <a:pt x="1934467" y="3587782"/>
                  </a:lnTo>
                  <a:lnTo>
                    <a:pt x="1979303" y="3575940"/>
                  </a:lnTo>
                  <a:lnTo>
                    <a:pt x="2023775" y="3563218"/>
                  </a:lnTo>
                  <a:lnTo>
                    <a:pt x="2067872" y="3549625"/>
                  </a:lnTo>
                  <a:lnTo>
                    <a:pt x="2111584" y="3535172"/>
                  </a:lnTo>
                  <a:lnTo>
                    <a:pt x="2154903" y="3519868"/>
                  </a:lnTo>
                  <a:lnTo>
                    <a:pt x="2197816" y="3503724"/>
                  </a:lnTo>
                  <a:lnTo>
                    <a:pt x="2240316" y="3486748"/>
                  </a:lnTo>
                  <a:lnTo>
                    <a:pt x="2282391" y="3468952"/>
                  </a:lnTo>
                  <a:lnTo>
                    <a:pt x="2324032" y="3450344"/>
                  </a:lnTo>
                  <a:lnTo>
                    <a:pt x="2365230" y="3430936"/>
                  </a:lnTo>
                  <a:lnTo>
                    <a:pt x="2405973" y="3410736"/>
                  </a:lnTo>
                  <a:lnTo>
                    <a:pt x="2446253" y="3389756"/>
                  </a:lnTo>
                  <a:lnTo>
                    <a:pt x="2486058" y="3368003"/>
                  </a:lnTo>
                  <a:lnTo>
                    <a:pt x="2525380" y="3345490"/>
                  </a:lnTo>
                  <a:lnTo>
                    <a:pt x="2564209" y="3322225"/>
                  </a:lnTo>
                  <a:lnTo>
                    <a:pt x="2602534" y="3298218"/>
                  </a:lnTo>
                  <a:lnTo>
                    <a:pt x="2640345" y="3273480"/>
                  </a:lnTo>
                  <a:lnTo>
                    <a:pt x="2677634" y="3248020"/>
                  </a:lnTo>
                  <a:lnTo>
                    <a:pt x="2714388" y="3221848"/>
                  </a:lnTo>
                  <a:lnTo>
                    <a:pt x="2750600" y="3194975"/>
                  </a:lnTo>
                  <a:lnTo>
                    <a:pt x="2786259" y="3167409"/>
                  </a:lnTo>
                  <a:lnTo>
                    <a:pt x="2821354" y="3139162"/>
                  </a:lnTo>
                  <a:lnTo>
                    <a:pt x="2855877" y="3110242"/>
                  </a:lnTo>
                  <a:lnTo>
                    <a:pt x="2889817" y="3080660"/>
                  </a:lnTo>
                  <a:lnTo>
                    <a:pt x="2923164" y="3050425"/>
                  </a:lnTo>
                  <a:lnTo>
                    <a:pt x="2955908" y="3019549"/>
                  </a:lnTo>
                  <a:lnTo>
                    <a:pt x="2988040" y="2988040"/>
                  </a:lnTo>
                  <a:lnTo>
                    <a:pt x="3019549" y="2955908"/>
                  </a:lnTo>
                  <a:lnTo>
                    <a:pt x="3050425" y="2923164"/>
                  </a:lnTo>
                  <a:lnTo>
                    <a:pt x="3080660" y="2889817"/>
                  </a:lnTo>
                  <a:lnTo>
                    <a:pt x="3110242" y="2855877"/>
                  </a:lnTo>
                  <a:lnTo>
                    <a:pt x="3139162" y="2821354"/>
                  </a:lnTo>
                  <a:lnTo>
                    <a:pt x="3167409" y="2786259"/>
                  </a:lnTo>
                  <a:lnTo>
                    <a:pt x="3194975" y="2750600"/>
                  </a:lnTo>
                  <a:lnTo>
                    <a:pt x="3221848" y="2714388"/>
                  </a:lnTo>
                  <a:lnTo>
                    <a:pt x="3248020" y="2677634"/>
                  </a:lnTo>
                  <a:lnTo>
                    <a:pt x="3273480" y="2640345"/>
                  </a:lnTo>
                  <a:lnTo>
                    <a:pt x="3298218" y="2602534"/>
                  </a:lnTo>
                  <a:lnTo>
                    <a:pt x="3322225" y="2564209"/>
                  </a:lnTo>
                  <a:lnTo>
                    <a:pt x="3345490" y="2525380"/>
                  </a:lnTo>
                  <a:lnTo>
                    <a:pt x="3368003" y="2486058"/>
                  </a:lnTo>
                  <a:lnTo>
                    <a:pt x="3389756" y="2446253"/>
                  </a:lnTo>
                  <a:lnTo>
                    <a:pt x="3410736" y="2405973"/>
                  </a:lnTo>
                  <a:lnTo>
                    <a:pt x="3430936" y="2365230"/>
                  </a:lnTo>
                  <a:lnTo>
                    <a:pt x="3450344" y="2324032"/>
                  </a:lnTo>
                  <a:lnTo>
                    <a:pt x="3468952" y="2282391"/>
                  </a:lnTo>
                  <a:lnTo>
                    <a:pt x="3486748" y="2240316"/>
                  </a:lnTo>
                  <a:lnTo>
                    <a:pt x="3503724" y="2197816"/>
                  </a:lnTo>
                  <a:lnTo>
                    <a:pt x="3519868" y="2154903"/>
                  </a:lnTo>
                  <a:lnTo>
                    <a:pt x="3535172" y="2111584"/>
                  </a:lnTo>
                  <a:lnTo>
                    <a:pt x="3549625" y="2067872"/>
                  </a:lnTo>
                  <a:lnTo>
                    <a:pt x="3563218" y="2023775"/>
                  </a:lnTo>
                  <a:lnTo>
                    <a:pt x="3575940" y="1979303"/>
                  </a:lnTo>
                  <a:lnTo>
                    <a:pt x="3587782" y="1934467"/>
                  </a:lnTo>
                  <a:lnTo>
                    <a:pt x="3598733" y="1889276"/>
                  </a:lnTo>
                  <a:lnTo>
                    <a:pt x="3608784" y="1843740"/>
                  </a:lnTo>
                  <a:lnTo>
                    <a:pt x="3617925" y="1797870"/>
                  </a:lnTo>
                  <a:lnTo>
                    <a:pt x="3626146" y="1751674"/>
                  </a:lnTo>
                  <a:lnTo>
                    <a:pt x="3633437" y="1705163"/>
                  </a:lnTo>
                  <a:lnTo>
                    <a:pt x="3639788" y="1658347"/>
                  </a:lnTo>
                  <a:lnTo>
                    <a:pt x="3645189" y="1611236"/>
                  </a:lnTo>
                  <a:lnTo>
                    <a:pt x="3649630" y="1563840"/>
                  </a:lnTo>
                  <a:lnTo>
                    <a:pt x="3653102" y="1516168"/>
                  </a:lnTo>
                  <a:lnTo>
                    <a:pt x="3655594" y="1468231"/>
                  </a:lnTo>
                  <a:lnTo>
                    <a:pt x="3657096" y="1420038"/>
                  </a:lnTo>
                  <a:lnTo>
                    <a:pt x="3657600" y="1371600"/>
                  </a:lnTo>
                  <a:lnTo>
                    <a:pt x="3657096" y="1323161"/>
                  </a:lnTo>
                  <a:lnTo>
                    <a:pt x="3655594" y="1274968"/>
                  </a:lnTo>
                  <a:lnTo>
                    <a:pt x="3653102" y="1227031"/>
                  </a:lnTo>
                  <a:lnTo>
                    <a:pt x="3649630" y="1179359"/>
                  </a:lnTo>
                  <a:lnTo>
                    <a:pt x="3645189" y="1131963"/>
                  </a:lnTo>
                  <a:lnTo>
                    <a:pt x="3639788" y="1084852"/>
                  </a:lnTo>
                  <a:lnTo>
                    <a:pt x="3633437" y="1038036"/>
                  </a:lnTo>
                  <a:lnTo>
                    <a:pt x="3626146" y="991525"/>
                  </a:lnTo>
                  <a:lnTo>
                    <a:pt x="3617925" y="945329"/>
                  </a:lnTo>
                  <a:lnTo>
                    <a:pt x="3608784" y="899459"/>
                  </a:lnTo>
                  <a:lnTo>
                    <a:pt x="3598733" y="853923"/>
                  </a:lnTo>
                  <a:lnTo>
                    <a:pt x="3587782" y="808732"/>
                  </a:lnTo>
                  <a:lnTo>
                    <a:pt x="3575940" y="763896"/>
                  </a:lnTo>
                  <a:lnTo>
                    <a:pt x="3563218" y="719424"/>
                  </a:lnTo>
                  <a:lnTo>
                    <a:pt x="3549625" y="675327"/>
                  </a:lnTo>
                  <a:lnTo>
                    <a:pt x="3535172" y="631615"/>
                  </a:lnTo>
                  <a:lnTo>
                    <a:pt x="3519868" y="588296"/>
                  </a:lnTo>
                  <a:lnTo>
                    <a:pt x="3503724" y="545383"/>
                  </a:lnTo>
                  <a:lnTo>
                    <a:pt x="3486748" y="502883"/>
                  </a:lnTo>
                  <a:lnTo>
                    <a:pt x="3468952" y="460808"/>
                  </a:lnTo>
                  <a:lnTo>
                    <a:pt x="3450344" y="419167"/>
                  </a:lnTo>
                  <a:lnTo>
                    <a:pt x="3430936" y="377969"/>
                  </a:lnTo>
                  <a:lnTo>
                    <a:pt x="3410736" y="337226"/>
                  </a:lnTo>
                  <a:lnTo>
                    <a:pt x="3389756" y="296946"/>
                  </a:lnTo>
                  <a:lnTo>
                    <a:pt x="3368003" y="257141"/>
                  </a:lnTo>
                  <a:lnTo>
                    <a:pt x="3345490" y="217819"/>
                  </a:lnTo>
                  <a:lnTo>
                    <a:pt x="3322225" y="178990"/>
                  </a:lnTo>
                  <a:lnTo>
                    <a:pt x="3298218" y="140665"/>
                  </a:lnTo>
                  <a:lnTo>
                    <a:pt x="3273480" y="102854"/>
                  </a:lnTo>
                  <a:lnTo>
                    <a:pt x="3248020" y="65565"/>
                  </a:lnTo>
                  <a:lnTo>
                    <a:pt x="3221848" y="28811"/>
                  </a:lnTo>
                  <a:lnTo>
                    <a:pt x="3200467" y="0"/>
                  </a:lnTo>
                  <a:close/>
                </a:path>
              </a:pathLst>
            </a:custGeom>
            <a:solidFill>
              <a:srgbClr val="6266F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3200467" y="0"/>
                  </a:moveTo>
                  <a:lnTo>
                    <a:pt x="3248020" y="65565"/>
                  </a:lnTo>
                  <a:lnTo>
                    <a:pt x="3273480" y="102854"/>
                  </a:lnTo>
                  <a:lnTo>
                    <a:pt x="3298218" y="140665"/>
                  </a:lnTo>
                  <a:lnTo>
                    <a:pt x="3322225" y="178990"/>
                  </a:lnTo>
                  <a:lnTo>
                    <a:pt x="3345490" y="217819"/>
                  </a:lnTo>
                  <a:lnTo>
                    <a:pt x="3368003" y="257141"/>
                  </a:lnTo>
                  <a:lnTo>
                    <a:pt x="3389756" y="296946"/>
                  </a:lnTo>
                  <a:lnTo>
                    <a:pt x="3410736" y="337226"/>
                  </a:lnTo>
                  <a:lnTo>
                    <a:pt x="3430936" y="377969"/>
                  </a:lnTo>
                  <a:lnTo>
                    <a:pt x="3450344" y="419167"/>
                  </a:lnTo>
                  <a:lnTo>
                    <a:pt x="3468952" y="460808"/>
                  </a:lnTo>
                  <a:lnTo>
                    <a:pt x="3486748" y="502883"/>
                  </a:lnTo>
                  <a:lnTo>
                    <a:pt x="3503724" y="545383"/>
                  </a:lnTo>
                  <a:lnTo>
                    <a:pt x="3519868" y="588296"/>
                  </a:lnTo>
                  <a:lnTo>
                    <a:pt x="3535172" y="631615"/>
                  </a:lnTo>
                  <a:lnTo>
                    <a:pt x="3549625" y="675327"/>
                  </a:lnTo>
                  <a:lnTo>
                    <a:pt x="3563218" y="719424"/>
                  </a:lnTo>
                  <a:lnTo>
                    <a:pt x="3575940" y="763896"/>
                  </a:lnTo>
                  <a:lnTo>
                    <a:pt x="3587782" y="808732"/>
                  </a:lnTo>
                  <a:lnTo>
                    <a:pt x="3598733" y="853923"/>
                  </a:lnTo>
                  <a:lnTo>
                    <a:pt x="3608784" y="899459"/>
                  </a:lnTo>
                  <a:lnTo>
                    <a:pt x="3617925" y="945329"/>
                  </a:lnTo>
                  <a:lnTo>
                    <a:pt x="3626146" y="991525"/>
                  </a:lnTo>
                  <a:lnTo>
                    <a:pt x="3633437" y="1038036"/>
                  </a:lnTo>
                  <a:lnTo>
                    <a:pt x="3639788" y="1084852"/>
                  </a:lnTo>
                  <a:lnTo>
                    <a:pt x="3645189" y="1131963"/>
                  </a:lnTo>
                  <a:lnTo>
                    <a:pt x="3649630" y="1179359"/>
                  </a:lnTo>
                  <a:lnTo>
                    <a:pt x="3653102" y="1227031"/>
                  </a:lnTo>
                  <a:lnTo>
                    <a:pt x="3655594" y="1274968"/>
                  </a:lnTo>
                  <a:lnTo>
                    <a:pt x="3657096" y="1323161"/>
                  </a:lnTo>
                  <a:lnTo>
                    <a:pt x="3657600" y="1371600"/>
                  </a:lnTo>
                  <a:lnTo>
                    <a:pt x="3657096" y="1420038"/>
                  </a:lnTo>
                  <a:lnTo>
                    <a:pt x="3655594" y="1468231"/>
                  </a:lnTo>
                  <a:lnTo>
                    <a:pt x="3653102" y="1516168"/>
                  </a:lnTo>
                  <a:lnTo>
                    <a:pt x="3649630" y="1563840"/>
                  </a:lnTo>
                  <a:lnTo>
                    <a:pt x="3645189" y="1611236"/>
                  </a:lnTo>
                  <a:lnTo>
                    <a:pt x="3639788" y="1658347"/>
                  </a:lnTo>
                  <a:lnTo>
                    <a:pt x="3633437" y="1705163"/>
                  </a:lnTo>
                  <a:lnTo>
                    <a:pt x="3626146" y="1751674"/>
                  </a:lnTo>
                  <a:lnTo>
                    <a:pt x="3617925" y="1797870"/>
                  </a:lnTo>
                  <a:lnTo>
                    <a:pt x="3608784" y="1843740"/>
                  </a:lnTo>
                  <a:lnTo>
                    <a:pt x="3598733" y="1889276"/>
                  </a:lnTo>
                  <a:lnTo>
                    <a:pt x="3587782" y="1934467"/>
                  </a:lnTo>
                  <a:lnTo>
                    <a:pt x="3575940" y="1979303"/>
                  </a:lnTo>
                  <a:lnTo>
                    <a:pt x="3563218" y="2023775"/>
                  </a:lnTo>
                  <a:lnTo>
                    <a:pt x="3549625" y="2067872"/>
                  </a:lnTo>
                  <a:lnTo>
                    <a:pt x="3535172" y="2111584"/>
                  </a:lnTo>
                  <a:lnTo>
                    <a:pt x="3519868" y="2154903"/>
                  </a:lnTo>
                  <a:lnTo>
                    <a:pt x="3503724" y="2197816"/>
                  </a:lnTo>
                  <a:lnTo>
                    <a:pt x="3486748" y="2240316"/>
                  </a:lnTo>
                  <a:lnTo>
                    <a:pt x="3468952" y="2282391"/>
                  </a:lnTo>
                  <a:lnTo>
                    <a:pt x="3450344" y="2324032"/>
                  </a:lnTo>
                  <a:lnTo>
                    <a:pt x="3430936" y="2365230"/>
                  </a:lnTo>
                  <a:lnTo>
                    <a:pt x="3410736" y="2405973"/>
                  </a:lnTo>
                  <a:lnTo>
                    <a:pt x="3389756" y="2446253"/>
                  </a:lnTo>
                  <a:lnTo>
                    <a:pt x="3368003" y="2486058"/>
                  </a:lnTo>
                  <a:lnTo>
                    <a:pt x="3345490" y="2525380"/>
                  </a:lnTo>
                  <a:lnTo>
                    <a:pt x="3322225" y="2564209"/>
                  </a:lnTo>
                  <a:lnTo>
                    <a:pt x="3298218" y="2602534"/>
                  </a:lnTo>
                  <a:lnTo>
                    <a:pt x="3273480" y="2640345"/>
                  </a:lnTo>
                  <a:lnTo>
                    <a:pt x="3248020" y="2677634"/>
                  </a:lnTo>
                  <a:lnTo>
                    <a:pt x="3221848" y="2714388"/>
                  </a:lnTo>
                  <a:lnTo>
                    <a:pt x="3194975" y="2750600"/>
                  </a:lnTo>
                  <a:lnTo>
                    <a:pt x="3167409" y="2786259"/>
                  </a:lnTo>
                  <a:lnTo>
                    <a:pt x="3139162" y="2821354"/>
                  </a:lnTo>
                  <a:lnTo>
                    <a:pt x="3110242" y="2855877"/>
                  </a:lnTo>
                  <a:lnTo>
                    <a:pt x="3080660" y="2889817"/>
                  </a:lnTo>
                  <a:lnTo>
                    <a:pt x="3050425" y="2923164"/>
                  </a:lnTo>
                  <a:lnTo>
                    <a:pt x="3019549" y="2955908"/>
                  </a:lnTo>
                  <a:lnTo>
                    <a:pt x="2988040" y="2988040"/>
                  </a:lnTo>
                  <a:lnTo>
                    <a:pt x="2955908" y="3019549"/>
                  </a:lnTo>
                  <a:lnTo>
                    <a:pt x="2923164" y="3050425"/>
                  </a:lnTo>
                  <a:lnTo>
                    <a:pt x="2889817" y="3080660"/>
                  </a:lnTo>
                  <a:lnTo>
                    <a:pt x="2855877" y="3110242"/>
                  </a:lnTo>
                  <a:lnTo>
                    <a:pt x="2821354" y="3139162"/>
                  </a:lnTo>
                  <a:lnTo>
                    <a:pt x="2786259" y="3167409"/>
                  </a:lnTo>
                  <a:lnTo>
                    <a:pt x="2750600" y="3194975"/>
                  </a:lnTo>
                  <a:lnTo>
                    <a:pt x="2714388" y="3221848"/>
                  </a:lnTo>
                  <a:lnTo>
                    <a:pt x="2677634" y="3248020"/>
                  </a:lnTo>
                  <a:lnTo>
                    <a:pt x="2640345" y="3273480"/>
                  </a:lnTo>
                  <a:lnTo>
                    <a:pt x="2602534" y="3298218"/>
                  </a:lnTo>
                  <a:lnTo>
                    <a:pt x="2564209" y="3322225"/>
                  </a:lnTo>
                  <a:lnTo>
                    <a:pt x="2525380" y="3345490"/>
                  </a:lnTo>
                  <a:lnTo>
                    <a:pt x="2486058" y="3368003"/>
                  </a:lnTo>
                  <a:lnTo>
                    <a:pt x="2446253" y="3389756"/>
                  </a:lnTo>
                  <a:lnTo>
                    <a:pt x="2405973" y="3410736"/>
                  </a:lnTo>
                  <a:lnTo>
                    <a:pt x="2365230" y="3430936"/>
                  </a:lnTo>
                  <a:lnTo>
                    <a:pt x="2324032" y="3450344"/>
                  </a:lnTo>
                  <a:lnTo>
                    <a:pt x="2282391" y="3468952"/>
                  </a:lnTo>
                  <a:lnTo>
                    <a:pt x="2240316" y="3486748"/>
                  </a:lnTo>
                  <a:lnTo>
                    <a:pt x="2197816" y="3503724"/>
                  </a:lnTo>
                  <a:lnTo>
                    <a:pt x="2154903" y="3519868"/>
                  </a:lnTo>
                  <a:lnTo>
                    <a:pt x="2111584" y="3535172"/>
                  </a:lnTo>
                  <a:lnTo>
                    <a:pt x="2067872" y="3549625"/>
                  </a:lnTo>
                  <a:lnTo>
                    <a:pt x="2023775" y="3563218"/>
                  </a:lnTo>
                  <a:lnTo>
                    <a:pt x="1979303" y="3575940"/>
                  </a:lnTo>
                  <a:lnTo>
                    <a:pt x="1934467" y="3587782"/>
                  </a:lnTo>
                  <a:lnTo>
                    <a:pt x="1889276" y="3598733"/>
                  </a:lnTo>
                  <a:lnTo>
                    <a:pt x="1843740" y="3608784"/>
                  </a:lnTo>
                  <a:lnTo>
                    <a:pt x="1797870" y="3617925"/>
                  </a:lnTo>
                  <a:lnTo>
                    <a:pt x="1751674" y="3626146"/>
                  </a:lnTo>
                  <a:lnTo>
                    <a:pt x="1705163" y="3633437"/>
                  </a:lnTo>
                  <a:lnTo>
                    <a:pt x="1658347" y="3639788"/>
                  </a:lnTo>
                  <a:lnTo>
                    <a:pt x="1611236" y="3645189"/>
                  </a:lnTo>
                  <a:lnTo>
                    <a:pt x="1563840" y="3649630"/>
                  </a:lnTo>
                  <a:lnTo>
                    <a:pt x="1516168" y="3653102"/>
                  </a:lnTo>
                  <a:lnTo>
                    <a:pt x="1468231" y="3655594"/>
                  </a:lnTo>
                  <a:lnTo>
                    <a:pt x="1420038" y="3657096"/>
                  </a:lnTo>
                  <a:lnTo>
                    <a:pt x="1371600" y="3657600"/>
                  </a:lnTo>
                  <a:lnTo>
                    <a:pt x="1323160" y="3657096"/>
                  </a:lnTo>
                  <a:lnTo>
                    <a:pt x="1274967" y="3655594"/>
                  </a:lnTo>
                  <a:lnTo>
                    <a:pt x="1227029" y="3653102"/>
                  </a:lnTo>
                  <a:lnTo>
                    <a:pt x="1179357" y="3649630"/>
                  </a:lnTo>
                  <a:lnTo>
                    <a:pt x="1131960" y="3645189"/>
                  </a:lnTo>
                  <a:lnTo>
                    <a:pt x="1084848" y="3639788"/>
                  </a:lnTo>
                  <a:lnTo>
                    <a:pt x="1038032" y="3633437"/>
                  </a:lnTo>
                  <a:lnTo>
                    <a:pt x="991521" y="3626146"/>
                  </a:lnTo>
                  <a:lnTo>
                    <a:pt x="945325" y="3617925"/>
                  </a:lnTo>
                  <a:lnTo>
                    <a:pt x="899454" y="3608784"/>
                  </a:lnTo>
                  <a:lnTo>
                    <a:pt x="853918" y="3598733"/>
                  </a:lnTo>
                  <a:lnTo>
                    <a:pt x="808726" y="3587782"/>
                  </a:lnTo>
                  <a:lnTo>
                    <a:pt x="763890" y="3575940"/>
                  </a:lnTo>
                  <a:lnTo>
                    <a:pt x="719418" y="3563218"/>
                  </a:lnTo>
                  <a:lnTo>
                    <a:pt x="675321" y="3549625"/>
                  </a:lnTo>
                  <a:lnTo>
                    <a:pt x="631608" y="3535172"/>
                  </a:lnTo>
                  <a:lnTo>
                    <a:pt x="588290" y="3519868"/>
                  </a:lnTo>
                  <a:lnTo>
                    <a:pt x="545376" y="3503724"/>
                  </a:lnTo>
                  <a:lnTo>
                    <a:pt x="502876" y="3486748"/>
                  </a:lnTo>
                  <a:lnTo>
                    <a:pt x="460801" y="3468952"/>
                  </a:lnTo>
                  <a:lnTo>
                    <a:pt x="419159" y="3450344"/>
                  </a:lnTo>
                  <a:lnTo>
                    <a:pt x="377962" y="3430936"/>
                  </a:lnTo>
                  <a:lnTo>
                    <a:pt x="337219" y="3410736"/>
                  </a:lnTo>
                  <a:lnTo>
                    <a:pt x="296939" y="3389756"/>
                  </a:lnTo>
                  <a:lnTo>
                    <a:pt x="257133" y="3368003"/>
                  </a:lnTo>
                  <a:lnTo>
                    <a:pt x="217811" y="3345490"/>
                  </a:lnTo>
                  <a:lnTo>
                    <a:pt x="178983" y="3322225"/>
                  </a:lnTo>
                  <a:lnTo>
                    <a:pt x="140658" y="3298218"/>
                  </a:lnTo>
                  <a:lnTo>
                    <a:pt x="102846" y="3273480"/>
                  </a:lnTo>
                  <a:lnTo>
                    <a:pt x="65558" y="3248020"/>
                  </a:lnTo>
                  <a:lnTo>
                    <a:pt x="28803" y="3221848"/>
                  </a:lnTo>
                  <a:lnTo>
                    <a:pt x="0" y="3200472"/>
                  </a:lnTo>
                </a:path>
              </a:pathLst>
            </a:custGeom>
            <a:ln w="12700">
              <a:solidFill>
                <a:srgbClr val="6266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394450" y="2279650"/>
            <a:ext cx="2755900" cy="2870200"/>
            <a:chOff x="6394450" y="2279650"/>
            <a:chExt cx="2755900" cy="2870200"/>
          </a:xfrm>
        </p:grpSpPr>
        <p:sp>
          <p:nvSpPr>
            <p:cNvPr id="7" name="object 7"/>
            <p:cNvSpPr/>
            <p:nvPr/>
          </p:nvSpPr>
          <p:spPr>
            <a:xfrm>
              <a:off x="6400800" y="2286000"/>
              <a:ext cx="2743200" cy="2857500"/>
            </a:xfrm>
            <a:custGeom>
              <a:avLst/>
              <a:gdLst/>
              <a:ahLst/>
              <a:cxnLst/>
              <a:rect l="l" t="t" r="r" b="b"/>
              <a:pathLst>
                <a:path w="2743200" h="2857500">
                  <a:moveTo>
                    <a:pt x="1828800" y="0"/>
                  </a:moveTo>
                  <a:lnTo>
                    <a:pt x="1780850" y="616"/>
                  </a:lnTo>
                  <a:lnTo>
                    <a:pt x="1733204" y="2455"/>
                  </a:lnTo>
                  <a:lnTo>
                    <a:pt x="1685878" y="5502"/>
                  </a:lnTo>
                  <a:lnTo>
                    <a:pt x="1638886" y="9741"/>
                  </a:lnTo>
                  <a:lnTo>
                    <a:pt x="1592244" y="15158"/>
                  </a:lnTo>
                  <a:lnTo>
                    <a:pt x="1545966" y="21737"/>
                  </a:lnTo>
                  <a:lnTo>
                    <a:pt x="1500067" y="29463"/>
                  </a:lnTo>
                  <a:lnTo>
                    <a:pt x="1454563" y="38322"/>
                  </a:lnTo>
                  <a:lnTo>
                    <a:pt x="1409468" y="48299"/>
                  </a:lnTo>
                  <a:lnTo>
                    <a:pt x="1364799" y="59377"/>
                  </a:lnTo>
                  <a:lnTo>
                    <a:pt x="1320568" y="71543"/>
                  </a:lnTo>
                  <a:lnTo>
                    <a:pt x="1276793" y="84781"/>
                  </a:lnTo>
                  <a:lnTo>
                    <a:pt x="1233488" y="99076"/>
                  </a:lnTo>
                  <a:lnTo>
                    <a:pt x="1190667" y="114412"/>
                  </a:lnTo>
                  <a:lnTo>
                    <a:pt x="1148346" y="130776"/>
                  </a:lnTo>
                  <a:lnTo>
                    <a:pt x="1106540" y="148152"/>
                  </a:lnTo>
                  <a:lnTo>
                    <a:pt x="1065265" y="166524"/>
                  </a:lnTo>
                  <a:lnTo>
                    <a:pt x="1024534" y="185879"/>
                  </a:lnTo>
                  <a:lnTo>
                    <a:pt x="984364" y="206200"/>
                  </a:lnTo>
                  <a:lnTo>
                    <a:pt x="944768" y="227472"/>
                  </a:lnTo>
                  <a:lnTo>
                    <a:pt x="905764" y="249681"/>
                  </a:lnTo>
                  <a:lnTo>
                    <a:pt x="867364" y="272812"/>
                  </a:lnTo>
                  <a:lnTo>
                    <a:pt x="829585" y="296850"/>
                  </a:lnTo>
                  <a:lnTo>
                    <a:pt x="792441" y="321778"/>
                  </a:lnTo>
                  <a:lnTo>
                    <a:pt x="755948" y="347583"/>
                  </a:lnTo>
                  <a:lnTo>
                    <a:pt x="720120" y="374250"/>
                  </a:lnTo>
                  <a:lnTo>
                    <a:pt x="684973" y="401762"/>
                  </a:lnTo>
                  <a:lnTo>
                    <a:pt x="650522" y="430106"/>
                  </a:lnTo>
                  <a:lnTo>
                    <a:pt x="616781" y="459266"/>
                  </a:lnTo>
                  <a:lnTo>
                    <a:pt x="583766" y="489227"/>
                  </a:lnTo>
                  <a:lnTo>
                    <a:pt x="551492" y="519974"/>
                  </a:lnTo>
                  <a:lnTo>
                    <a:pt x="519974" y="551492"/>
                  </a:lnTo>
                  <a:lnTo>
                    <a:pt x="489227" y="583766"/>
                  </a:lnTo>
                  <a:lnTo>
                    <a:pt x="459266" y="616781"/>
                  </a:lnTo>
                  <a:lnTo>
                    <a:pt x="430106" y="650522"/>
                  </a:lnTo>
                  <a:lnTo>
                    <a:pt x="401762" y="684973"/>
                  </a:lnTo>
                  <a:lnTo>
                    <a:pt x="374250" y="720120"/>
                  </a:lnTo>
                  <a:lnTo>
                    <a:pt x="347583" y="755948"/>
                  </a:lnTo>
                  <a:lnTo>
                    <a:pt x="321778" y="792441"/>
                  </a:lnTo>
                  <a:lnTo>
                    <a:pt x="296850" y="829585"/>
                  </a:lnTo>
                  <a:lnTo>
                    <a:pt x="272812" y="867364"/>
                  </a:lnTo>
                  <a:lnTo>
                    <a:pt x="249681" y="905763"/>
                  </a:lnTo>
                  <a:lnTo>
                    <a:pt x="227472" y="944768"/>
                  </a:lnTo>
                  <a:lnTo>
                    <a:pt x="206200" y="984364"/>
                  </a:lnTo>
                  <a:lnTo>
                    <a:pt x="185879" y="1024534"/>
                  </a:lnTo>
                  <a:lnTo>
                    <a:pt x="166524" y="1065265"/>
                  </a:lnTo>
                  <a:lnTo>
                    <a:pt x="148152" y="1106540"/>
                  </a:lnTo>
                  <a:lnTo>
                    <a:pt x="130776" y="1148346"/>
                  </a:lnTo>
                  <a:lnTo>
                    <a:pt x="114412" y="1190667"/>
                  </a:lnTo>
                  <a:lnTo>
                    <a:pt x="99076" y="1233488"/>
                  </a:lnTo>
                  <a:lnTo>
                    <a:pt x="84781" y="1276793"/>
                  </a:lnTo>
                  <a:lnTo>
                    <a:pt x="71543" y="1320568"/>
                  </a:lnTo>
                  <a:lnTo>
                    <a:pt x="59377" y="1364799"/>
                  </a:lnTo>
                  <a:lnTo>
                    <a:pt x="48299" y="1409468"/>
                  </a:lnTo>
                  <a:lnTo>
                    <a:pt x="38322" y="1454563"/>
                  </a:lnTo>
                  <a:lnTo>
                    <a:pt x="29463" y="1500067"/>
                  </a:lnTo>
                  <a:lnTo>
                    <a:pt x="21737" y="1545966"/>
                  </a:lnTo>
                  <a:lnTo>
                    <a:pt x="15158" y="1592244"/>
                  </a:lnTo>
                  <a:lnTo>
                    <a:pt x="9741" y="1638886"/>
                  </a:lnTo>
                  <a:lnTo>
                    <a:pt x="5502" y="1685878"/>
                  </a:lnTo>
                  <a:lnTo>
                    <a:pt x="2455" y="1733204"/>
                  </a:lnTo>
                  <a:lnTo>
                    <a:pt x="616" y="1780850"/>
                  </a:lnTo>
                  <a:lnTo>
                    <a:pt x="0" y="1828800"/>
                  </a:lnTo>
                  <a:lnTo>
                    <a:pt x="616" y="1876749"/>
                  </a:lnTo>
                  <a:lnTo>
                    <a:pt x="2455" y="1924393"/>
                  </a:lnTo>
                  <a:lnTo>
                    <a:pt x="5502" y="1971719"/>
                  </a:lnTo>
                  <a:lnTo>
                    <a:pt x="9741" y="2018711"/>
                  </a:lnTo>
                  <a:lnTo>
                    <a:pt x="15158" y="2065353"/>
                  </a:lnTo>
                  <a:lnTo>
                    <a:pt x="21737" y="2111630"/>
                  </a:lnTo>
                  <a:lnTo>
                    <a:pt x="29463" y="2157529"/>
                  </a:lnTo>
                  <a:lnTo>
                    <a:pt x="38322" y="2203032"/>
                  </a:lnTo>
                  <a:lnTo>
                    <a:pt x="48299" y="2248127"/>
                  </a:lnTo>
                  <a:lnTo>
                    <a:pt x="59377" y="2292796"/>
                  </a:lnTo>
                  <a:lnTo>
                    <a:pt x="71543" y="2337026"/>
                  </a:lnTo>
                  <a:lnTo>
                    <a:pt x="84781" y="2380801"/>
                  </a:lnTo>
                  <a:lnTo>
                    <a:pt x="99076" y="2424107"/>
                  </a:lnTo>
                  <a:lnTo>
                    <a:pt x="114412" y="2466927"/>
                  </a:lnTo>
                  <a:lnTo>
                    <a:pt x="130776" y="2509248"/>
                  </a:lnTo>
                  <a:lnTo>
                    <a:pt x="148152" y="2551053"/>
                  </a:lnTo>
                  <a:lnTo>
                    <a:pt x="166524" y="2592329"/>
                  </a:lnTo>
                  <a:lnTo>
                    <a:pt x="185879" y="2633059"/>
                  </a:lnTo>
                  <a:lnTo>
                    <a:pt x="206200" y="2673230"/>
                  </a:lnTo>
                  <a:lnTo>
                    <a:pt x="227472" y="2712825"/>
                  </a:lnTo>
                  <a:lnTo>
                    <a:pt x="249681" y="2751830"/>
                  </a:lnTo>
                  <a:lnTo>
                    <a:pt x="272812" y="2790229"/>
                  </a:lnTo>
                  <a:lnTo>
                    <a:pt x="296850" y="2828009"/>
                  </a:lnTo>
                  <a:lnTo>
                    <a:pt x="316642" y="2857500"/>
                  </a:lnTo>
                  <a:lnTo>
                    <a:pt x="2743200" y="2857500"/>
                  </a:lnTo>
                  <a:lnTo>
                    <a:pt x="2743200" y="244764"/>
                  </a:lnTo>
                  <a:lnTo>
                    <a:pt x="2712831" y="227472"/>
                  </a:lnTo>
                  <a:lnTo>
                    <a:pt x="2673235" y="206200"/>
                  </a:lnTo>
                  <a:lnTo>
                    <a:pt x="2633065" y="185879"/>
                  </a:lnTo>
                  <a:lnTo>
                    <a:pt x="2592334" y="166524"/>
                  </a:lnTo>
                  <a:lnTo>
                    <a:pt x="2551059" y="148152"/>
                  </a:lnTo>
                  <a:lnTo>
                    <a:pt x="2509253" y="130776"/>
                  </a:lnTo>
                  <a:lnTo>
                    <a:pt x="2466932" y="114412"/>
                  </a:lnTo>
                  <a:lnTo>
                    <a:pt x="2424111" y="99076"/>
                  </a:lnTo>
                  <a:lnTo>
                    <a:pt x="2380806" y="84781"/>
                  </a:lnTo>
                  <a:lnTo>
                    <a:pt x="2337031" y="71543"/>
                  </a:lnTo>
                  <a:lnTo>
                    <a:pt x="2292800" y="59377"/>
                  </a:lnTo>
                  <a:lnTo>
                    <a:pt x="2248131" y="48299"/>
                  </a:lnTo>
                  <a:lnTo>
                    <a:pt x="2203036" y="38322"/>
                  </a:lnTo>
                  <a:lnTo>
                    <a:pt x="2157532" y="29463"/>
                  </a:lnTo>
                  <a:lnTo>
                    <a:pt x="2111633" y="21737"/>
                  </a:lnTo>
                  <a:lnTo>
                    <a:pt x="2065355" y="15158"/>
                  </a:lnTo>
                  <a:lnTo>
                    <a:pt x="2018713" y="9741"/>
                  </a:lnTo>
                  <a:lnTo>
                    <a:pt x="1971721" y="5502"/>
                  </a:lnTo>
                  <a:lnTo>
                    <a:pt x="1924395" y="2455"/>
                  </a:lnTo>
                  <a:lnTo>
                    <a:pt x="1876749" y="61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338C9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0800" y="2286000"/>
              <a:ext cx="2743200" cy="2857500"/>
            </a:xfrm>
            <a:custGeom>
              <a:avLst/>
              <a:gdLst/>
              <a:ahLst/>
              <a:cxnLst/>
              <a:rect l="l" t="t" r="r" b="b"/>
              <a:pathLst>
                <a:path w="2743200" h="2857500">
                  <a:moveTo>
                    <a:pt x="316642" y="2857500"/>
                  </a:moveTo>
                  <a:lnTo>
                    <a:pt x="272812" y="2790229"/>
                  </a:lnTo>
                  <a:lnTo>
                    <a:pt x="249681" y="2751830"/>
                  </a:lnTo>
                  <a:lnTo>
                    <a:pt x="227472" y="2712825"/>
                  </a:lnTo>
                  <a:lnTo>
                    <a:pt x="206200" y="2673230"/>
                  </a:lnTo>
                  <a:lnTo>
                    <a:pt x="185879" y="2633059"/>
                  </a:lnTo>
                  <a:lnTo>
                    <a:pt x="166524" y="2592329"/>
                  </a:lnTo>
                  <a:lnTo>
                    <a:pt x="148152" y="2551053"/>
                  </a:lnTo>
                  <a:lnTo>
                    <a:pt x="130776" y="2509248"/>
                  </a:lnTo>
                  <a:lnTo>
                    <a:pt x="114412" y="2466927"/>
                  </a:lnTo>
                  <a:lnTo>
                    <a:pt x="99076" y="2424107"/>
                  </a:lnTo>
                  <a:lnTo>
                    <a:pt x="84781" y="2380801"/>
                  </a:lnTo>
                  <a:lnTo>
                    <a:pt x="71543" y="2337026"/>
                  </a:lnTo>
                  <a:lnTo>
                    <a:pt x="59377" y="2292796"/>
                  </a:lnTo>
                  <a:lnTo>
                    <a:pt x="48299" y="2248127"/>
                  </a:lnTo>
                  <a:lnTo>
                    <a:pt x="38322" y="2203032"/>
                  </a:lnTo>
                  <a:lnTo>
                    <a:pt x="29463" y="2157529"/>
                  </a:lnTo>
                  <a:lnTo>
                    <a:pt x="21737" y="2111630"/>
                  </a:lnTo>
                  <a:lnTo>
                    <a:pt x="15158" y="2065353"/>
                  </a:lnTo>
                  <a:lnTo>
                    <a:pt x="9741" y="2018711"/>
                  </a:lnTo>
                  <a:lnTo>
                    <a:pt x="5502" y="1971719"/>
                  </a:lnTo>
                  <a:lnTo>
                    <a:pt x="2455" y="1924393"/>
                  </a:lnTo>
                  <a:lnTo>
                    <a:pt x="616" y="1876749"/>
                  </a:lnTo>
                  <a:lnTo>
                    <a:pt x="0" y="1828800"/>
                  </a:lnTo>
                  <a:lnTo>
                    <a:pt x="616" y="1780850"/>
                  </a:lnTo>
                  <a:lnTo>
                    <a:pt x="2455" y="1733204"/>
                  </a:lnTo>
                  <a:lnTo>
                    <a:pt x="5502" y="1685878"/>
                  </a:lnTo>
                  <a:lnTo>
                    <a:pt x="9741" y="1638886"/>
                  </a:lnTo>
                  <a:lnTo>
                    <a:pt x="15158" y="1592244"/>
                  </a:lnTo>
                  <a:lnTo>
                    <a:pt x="21737" y="1545966"/>
                  </a:lnTo>
                  <a:lnTo>
                    <a:pt x="29463" y="1500067"/>
                  </a:lnTo>
                  <a:lnTo>
                    <a:pt x="38322" y="1454563"/>
                  </a:lnTo>
                  <a:lnTo>
                    <a:pt x="48299" y="1409468"/>
                  </a:lnTo>
                  <a:lnTo>
                    <a:pt x="59377" y="1364799"/>
                  </a:lnTo>
                  <a:lnTo>
                    <a:pt x="71543" y="1320568"/>
                  </a:lnTo>
                  <a:lnTo>
                    <a:pt x="84781" y="1276793"/>
                  </a:lnTo>
                  <a:lnTo>
                    <a:pt x="99076" y="1233488"/>
                  </a:lnTo>
                  <a:lnTo>
                    <a:pt x="114412" y="1190667"/>
                  </a:lnTo>
                  <a:lnTo>
                    <a:pt x="130776" y="1148346"/>
                  </a:lnTo>
                  <a:lnTo>
                    <a:pt x="148152" y="1106540"/>
                  </a:lnTo>
                  <a:lnTo>
                    <a:pt x="166524" y="1065265"/>
                  </a:lnTo>
                  <a:lnTo>
                    <a:pt x="185879" y="1024534"/>
                  </a:lnTo>
                  <a:lnTo>
                    <a:pt x="206200" y="984364"/>
                  </a:lnTo>
                  <a:lnTo>
                    <a:pt x="227472" y="944768"/>
                  </a:lnTo>
                  <a:lnTo>
                    <a:pt x="249681" y="905763"/>
                  </a:lnTo>
                  <a:lnTo>
                    <a:pt x="272812" y="867364"/>
                  </a:lnTo>
                  <a:lnTo>
                    <a:pt x="296850" y="829585"/>
                  </a:lnTo>
                  <a:lnTo>
                    <a:pt x="321778" y="792441"/>
                  </a:lnTo>
                  <a:lnTo>
                    <a:pt x="347583" y="755948"/>
                  </a:lnTo>
                  <a:lnTo>
                    <a:pt x="374250" y="720120"/>
                  </a:lnTo>
                  <a:lnTo>
                    <a:pt x="401762" y="684973"/>
                  </a:lnTo>
                  <a:lnTo>
                    <a:pt x="430106" y="650522"/>
                  </a:lnTo>
                  <a:lnTo>
                    <a:pt x="459266" y="616781"/>
                  </a:lnTo>
                  <a:lnTo>
                    <a:pt x="489227" y="583766"/>
                  </a:lnTo>
                  <a:lnTo>
                    <a:pt x="519974" y="551492"/>
                  </a:lnTo>
                  <a:lnTo>
                    <a:pt x="551492" y="519974"/>
                  </a:lnTo>
                  <a:lnTo>
                    <a:pt x="583766" y="489227"/>
                  </a:lnTo>
                  <a:lnTo>
                    <a:pt x="616781" y="459266"/>
                  </a:lnTo>
                  <a:lnTo>
                    <a:pt x="650522" y="430106"/>
                  </a:lnTo>
                  <a:lnTo>
                    <a:pt x="684973" y="401762"/>
                  </a:lnTo>
                  <a:lnTo>
                    <a:pt x="720120" y="374250"/>
                  </a:lnTo>
                  <a:lnTo>
                    <a:pt x="755948" y="347583"/>
                  </a:lnTo>
                  <a:lnTo>
                    <a:pt x="792441" y="321778"/>
                  </a:lnTo>
                  <a:lnTo>
                    <a:pt x="829585" y="296850"/>
                  </a:lnTo>
                  <a:lnTo>
                    <a:pt x="867364" y="272812"/>
                  </a:lnTo>
                  <a:lnTo>
                    <a:pt x="905764" y="249681"/>
                  </a:lnTo>
                  <a:lnTo>
                    <a:pt x="944768" y="227472"/>
                  </a:lnTo>
                  <a:lnTo>
                    <a:pt x="984364" y="206200"/>
                  </a:lnTo>
                  <a:lnTo>
                    <a:pt x="1024534" y="185879"/>
                  </a:lnTo>
                  <a:lnTo>
                    <a:pt x="1065265" y="166524"/>
                  </a:lnTo>
                  <a:lnTo>
                    <a:pt x="1106540" y="148152"/>
                  </a:lnTo>
                  <a:lnTo>
                    <a:pt x="1148346" y="130776"/>
                  </a:lnTo>
                  <a:lnTo>
                    <a:pt x="1190667" y="114412"/>
                  </a:lnTo>
                  <a:lnTo>
                    <a:pt x="1233488" y="99076"/>
                  </a:lnTo>
                  <a:lnTo>
                    <a:pt x="1276793" y="84781"/>
                  </a:lnTo>
                  <a:lnTo>
                    <a:pt x="1320568" y="71543"/>
                  </a:lnTo>
                  <a:lnTo>
                    <a:pt x="1364799" y="59377"/>
                  </a:lnTo>
                  <a:lnTo>
                    <a:pt x="1409468" y="48299"/>
                  </a:lnTo>
                  <a:lnTo>
                    <a:pt x="1454563" y="38322"/>
                  </a:lnTo>
                  <a:lnTo>
                    <a:pt x="1500067" y="29463"/>
                  </a:lnTo>
                  <a:lnTo>
                    <a:pt x="1545966" y="21737"/>
                  </a:lnTo>
                  <a:lnTo>
                    <a:pt x="1592244" y="15158"/>
                  </a:lnTo>
                  <a:lnTo>
                    <a:pt x="1638886" y="9741"/>
                  </a:lnTo>
                  <a:lnTo>
                    <a:pt x="1685878" y="5502"/>
                  </a:lnTo>
                  <a:lnTo>
                    <a:pt x="1733204" y="2455"/>
                  </a:lnTo>
                  <a:lnTo>
                    <a:pt x="1780850" y="616"/>
                  </a:lnTo>
                  <a:lnTo>
                    <a:pt x="1828800" y="0"/>
                  </a:lnTo>
                  <a:lnTo>
                    <a:pt x="1876749" y="616"/>
                  </a:lnTo>
                  <a:lnTo>
                    <a:pt x="1924395" y="2455"/>
                  </a:lnTo>
                  <a:lnTo>
                    <a:pt x="1971721" y="5502"/>
                  </a:lnTo>
                  <a:lnTo>
                    <a:pt x="2018713" y="9741"/>
                  </a:lnTo>
                  <a:lnTo>
                    <a:pt x="2065355" y="15158"/>
                  </a:lnTo>
                  <a:lnTo>
                    <a:pt x="2111633" y="21737"/>
                  </a:lnTo>
                  <a:lnTo>
                    <a:pt x="2157532" y="29463"/>
                  </a:lnTo>
                  <a:lnTo>
                    <a:pt x="2203036" y="38322"/>
                  </a:lnTo>
                  <a:lnTo>
                    <a:pt x="2248131" y="48299"/>
                  </a:lnTo>
                  <a:lnTo>
                    <a:pt x="2292800" y="59377"/>
                  </a:lnTo>
                  <a:lnTo>
                    <a:pt x="2337031" y="71543"/>
                  </a:lnTo>
                  <a:lnTo>
                    <a:pt x="2380806" y="84781"/>
                  </a:lnTo>
                  <a:lnTo>
                    <a:pt x="2424111" y="99076"/>
                  </a:lnTo>
                  <a:lnTo>
                    <a:pt x="2466932" y="114412"/>
                  </a:lnTo>
                  <a:lnTo>
                    <a:pt x="2509253" y="130776"/>
                  </a:lnTo>
                  <a:lnTo>
                    <a:pt x="2551059" y="148152"/>
                  </a:lnTo>
                  <a:lnTo>
                    <a:pt x="2592334" y="166524"/>
                  </a:lnTo>
                  <a:lnTo>
                    <a:pt x="2633065" y="185879"/>
                  </a:lnTo>
                  <a:lnTo>
                    <a:pt x="2673235" y="206200"/>
                  </a:lnTo>
                  <a:lnTo>
                    <a:pt x="2712831" y="227472"/>
                  </a:lnTo>
                  <a:lnTo>
                    <a:pt x="2743200" y="244764"/>
                  </a:lnTo>
                </a:path>
              </a:pathLst>
            </a:custGeom>
            <a:ln w="12700">
              <a:solidFill>
                <a:srgbClr val="433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44500" y="467690"/>
            <a:ext cx="13823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5" dirty="0">
                <a:solidFill>
                  <a:srgbClr val="6266F0"/>
                </a:solidFill>
              </a:rPr>
              <a:t>01</a:t>
            </a:r>
            <a:endParaRPr sz="9600"/>
          </a:p>
        </p:txBody>
      </p:sp>
      <p:sp>
        <p:nvSpPr>
          <p:cNvPr id="10" name="object 10"/>
          <p:cNvSpPr txBox="1"/>
          <p:nvPr/>
        </p:nvSpPr>
        <p:spPr>
          <a:xfrm>
            <a:off x="444500" y="1886534"/>
            <a:ext cx="6860540" cy="1294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dirty="0">
                <a:solidFill>
                  <a:srgbClr val="FFFFFF"/>
                </a:solidFill>
                <a:latin typeface="Arial"/>
                <a:cs typeface="Arial"/>
              </a:rPr>
              <a:t>Standarisasi </a:t>
            </a:r>
            <a:r>
              <a:rPr sz="5200" b="1" spc="-20" dirty="0">
                <a:solidFill>
                  <a:srgbClr val="FFFFFF"/>
                </a:solidFill>
                <a:latin typeface="Arial"/>
                <a:cs typeface="Arial"/>
              </a:rPr>
              <a:t>Kode</a:t>
            </a:r>
            <a:endParaRPr sz="5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Laravel</a:t>
            </a:r>
            <a:r>
              <a:rPr sz="1500" spc="-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&amp;</a:t>
            </a:r>
            <a:r>
              <a:rPr sz="1500" spc="-5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Vue.js</a:t>
            </a:r>
            <a:r>
              <a:rPr sz="1500" spc="-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—</a:t>
            </a:r>
            <a:r>
              <a:rPr sz="1500" spc="-4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Konvensi</a:t>
            </a:r>
            <a:r>
              <a:rPr sz="1500" spc="-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penamaan,</a:t>
            </a:r>
            <a:r>
              <a:rPr sz="1500" spc="-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struktur</a:t>
            </a:r>
            <a:r>
              <a:rPr sz="1500" spc="-8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folder,</a:t>
            </a:r>
            <a:r>
              <a:rPr sz="1500" spc="-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service</a:t>
            </a:r>
            <a:r>
              <a:rPr sz="1500" spc="-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layer,</a:t>
            </a:r>
            <a:r>
              <a:rPr sz="1500" spc="-5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dan</a:t>
            </a:r>
            <a:r>
              <a:rPr sz="1500" spc="-5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library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0850" y="3468370"/>
            <a:ext cx="812800" cy="205104"/>
            <a:chOff x="450850" y="3468370"/>
            <a:chExt cx="812800" cy="205104"/>
          </a:xfrm>
        </p:grpSpPr>
        <p:sp>
          <p:nvSpPr>
            <p:cNvPr id="12" name="object 12"/>
            <p:cNvSpPr/>
            <p:nvPr/>
          </p:nvSpPr>
          <p:spPr>
            <a:xfrm>
              <a:off x="457200" y="3474720"/>
              <a:ext cx="800100" cy="192405"/>
            </a:xfrm>
            <a:custGeom>
              <a:avLst/>
              <a:gdLst/>
              <a:ahLst/>
              <a:cxnLst/>
              <a:rect l="l" t="t" r="r" b="b"/>
              <a:pathLst>
                <a:path w="800100" h="192404">
                  <a:moveTo>
                    <a:pt x="763524" y="0"/>
                  </a:moveTo>
                  <a:lnTo>
                    <a:pt x="36576" y="0"/>
                  </a:lnTo>
                  <a:lnTo>
                    <a:pt x="22336" y="2875"/>
                  </a:lnTo>
                  <a:lnTo>
                    <a:pt x="10710" y="10715"/>
                  </a:lnTo>
                  <a:lnTo>
                    <a:pt x="2873" y="22342"/>
                  </a:lnTo>
                  <a:lnTo>
                    <a:pt x="0" y="36575"/>
                  </a:lnTo>
                  <a:lnTo>
                    <a:pt x="0" y="155447"/>
                  </a:lnTo>
                  <a:lnTo>
                    <a:pt x="2873" y="169681"/>
                  </a:lnTo>
                  <a:lnTo>
                    <a:pt x="10710" y="181308"/>
                  </a:lnTo>
                  <a:lnTo>
                    <a:pt x="22336" y="189148"/>
                  </a:lnTo>
                  <a:lnTo>
                    <a:pt x="36576" y="192023"/>
                  </a:lnTo>
                  <a:lnTo>
                    <a:pt x="763524" y="192023"/>
                  </a:lnTo>
                  <a:lnTo>
                    <a:pt x="777763" y="189148"/>
                  </a:lnTo>
                  <a:lnTo>
                    <a:pt x="789389" y="181308"/>
                  </a:lnTo>
                  <a:lnTo>
                    <a:pt x="797226" y="169681"/>
                  </a:lnTo>
                  <a:lnTo>
                    <a:pt x="800100" y="155447"/>
                  </a:lnTo>
                  <a:lnTo>
                    <a:pt x="800100" y="36575"/>
                  </a:lnTo>
                  <a:lnTo>
                    <a:pt x="797226" y="22342"/>
                  </a:lnTo>
                  <a:lnTo>
                    <a:pt x="789389" y="10715"/>
                  </a:lnTo>
                  <a:lnTo>
                    <a:pt x="777763" y="2875"/>
                  </a:lnTo>
                  <a:lnTo>
                    <a:pt x="763524" y="0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3474720"/>
              <a:ext cx="800100" cy="192405"/>
            </a:xfrm>
            <a:custGeom>
              <a:avLst/>
              <a:gdLst/>
              <a:ahLst/>
              <a:cxnLst/>
              <a:rect l="l" t="t" r="r" b="b"/>
              <a:pathLst>
                <a:path w="800100" h="192404">
                  <a:moveTo>
                    <a:pt x="0" y="36575"/>
                  </a:moveTo>
                  <a:lnTo>
                    <a:pt x="2873" y="22342"/>
                  </a:lnTo>
                  <a:lnTo>
                    <a:pt x="10710" y="10715"/>
                  </a:lnTo>
                  <a:lnTo>
                    <a:pt x="22336" y="2875"/>
                  </a:lnTo>
                  <a:lnTo>
                    <a:pt x="36576" y="0"/>
                  </a:lnTo>
                  <a:lnTo>
                    <a:pt x="763524" y="0"/>
                  </a:lnTo>
                  <a:lnTo>
                    <a:pt x="777763" y="2875"/>
                  </a:lnTo>
                  <a:lnTo>
                    <a:pt x="789389" y="10715"/>
                  </a:lnTo>
                  <a:lnTo>
                    <a:pt x="797226" y="22342"/>
                  </a:lnTo>
                  <a:lnTo>
                    <a:pt x="800100" y="36575"/>
                  </a:lnTo>
                  <a:lnTo>
                    <a:pt x="800100" y="155447"/>
                  </a:lnTo>
                  <a:lnTo>
                    <a:pt x="797226" y="169681"/>
                  </a:lnTo>
                  <a:lnTo>
                    <a:pt x="789389" y="181308"/>
                  </a:lnTo>
                  <a:lnTo>
                    <a:pt x="777763" y="189148"/>
                  </a:lnTo>
                  <a:lnTo>
                    <a:pt x="763524" y="192023"/>
                  </a:lnTo>
                  <a:lnTo>
                    <a:pt x="36576" y="192023"/>
                  </a:lnTo>
                  <a:lnTo>
                    <a:pt x="22336" y="189148"/>
                  </a:lnTo>
                  <a:lnTo>
                    <a:pt x="10710" y="181308"/>
                  </a:lnTo>
                  <a:lnTo>
                    <a:pt x="2873" y="169681"/>
                  </a:lnTo>
                  <a:lnTo>
                    <a:pt x="0" y="155447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6266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3851" y="3488182"/>
            <a:ext cx="5276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LARAVEL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65250" y="3468370"/>
            <a:ext cx="735330" cy="205104"/>
            <a:chOff x="1365250" y="3468370"/>
            <a:chExt cx="735330" cy="205104"/>
          </a:xfrm>
        </p:grpSpPr>
        <p:sp>
          <p:nvSpPr>
            <p:cNvPr id="16" name="object 16"/>
            <p:cNvSpPr/>
            <p:nvPr/>
          </p:nvSpPr>
          <p:spPr>
            <a:xfrm>
              <a:off x="1371600" y="3474720"/>
              <a:ext cx="722630" cy="192405"/>
            </a:xfrm>
            <a:custGeom>
              <a:avLst/>
              <a:gdLst/>
              <a:ahLst/>
              <a:cxnLst/>
              <a:rect l="l" t="t" r="r" b="b"/>
              <a:pathLst>
                <a:path w="722630" h="192404">
                  <a:moveTo>
                    <a:pt x="685800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7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3"/>
                  </a:lnTo>
                  <a:lnTo>
                    <a:pt x="685800" y="192023"/>
                  </a:lnTo>
                  <a:lnTo>
                    <a:pt x="700033" y="189148"/>
                  </a:lnTo>
                  <a:lnTo>
                    <a:pt x="711660" y="181308"/>
                  </a:lnTo>
                  <a:lnTo>
                    <a:pt x="719500" y="169681"/>
                  </a:lnTo>
                  <a:lnTo>
                    <a:pt x="722376" y="155447"/>
                  </a:lnTo>
                  <a:lnTo>
                    <a:pt x="722376" y="36575"/>
                  </a:lnTo>
                  <a:lnTo>
                    <a:pt x="719500" y="22342"/>
                  </a:lnTo>
                  <a:lnTo>
                    <a:pt x="711660" y="10715"/>
                  </a:lnTo>
                  <a:lnTo>
                    <a:pt x="700033" y="287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71600" y="3474720"/>
              <a:ext cx="722630" cy="192405"/>
            </a:xfrm>
            <a:custGeom>
              <a:avLst/>
              <a:gdLst/>
              <a:ahLst/>
              <a:cxnLst/>
              <a:rect l="l" t="t" r="r" b="b"/>
              <a:pathLst>
                <a:path w="722630" h="192404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685800" y="0"/>
                  </a:lnTo>
                  <a:lnTo>
                    <a:pt x="700033" y="2875"/>
                  </a:lnTo>
                  <a:lnTo>
                    <a:pt x="711660" y="10715"/>
                  </a:lnTo>
                  <a:lnTo>
                    <a:pt x="719500" y="22342"/>
                  </a:lnTo>
                  <a:lnTo>
                    <a:pt x="722376" y="36575"/>
                  </a:lnTo>
                  <a:lnTo>
                    <a:pt x="722376" y="155447"/>
                  </a:lnTo>
                  <a:lnTo>
                    <a:pt x="719500" y="169681"/>
                  </a:lnTo>
                  <a:lnTo>
                    <a:pt x="711660" y="181308"/>
                  </a:lnTo>
                  <a:lnTo>
                    <a:pt x="700033" y="189148"/>
                  </a:lnTo>
                  <a:lnTo>
                    <a:pt x="685800" y="192023"/>
                  </a:lnTo>
                  <a:lnTo>
                    <a:pt x="36575" y="192023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7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28317" y="3488182"/>
            <a:ext cx="4089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VUE.JS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Laravel</a:t>
            </a:r>
            <a:r>
              <a:rPr spc="-45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Penamaan</a:t>
            </a:r>
            <a:r>
              <a:rPr spc="-50" dirty="0"/>
              <a:t> </a:t>
            </a:r>
            <a:r>
              <a:rPr dirty="0"/>
              <a:t>File</a:t>
            </a:r>
            <a:r>
              <a:rPr spc="-4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Class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Konvensi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penamaan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wajib</a:t>
            </a:r>
            <a:r>
              <a:rPr sz="1100" b="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diikuti</a:t>
            </a:r>
            <a:r>
              <a:rPr sz="1100" b="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seluruh</a:t>
            </a:r>
            <a:r>
              <a:rPr sz="1100" b="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codebase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4297" y="911225"/>
          <a:ext cx="7617459" cy="3929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7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Tipe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6266F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6266F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Benar</a:t>
                      </a:r>
                      <a:r>
                        <a:rPr sz="10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6266F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Salah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626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Singular</a:t>
                      </a:r>
                      <a:r>
                        <a:rPr sz="1000" b="1" spc="-3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Campaigns</a:t>
                      </a:r>
                      <a:r>
                        <a:rPr sz="950" spc="-5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Controller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</a:t>
                      </a:r>
                      <a:r>
                        <a:rPr sz="1000" b="1" spc="-4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3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Controller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CampaignController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campaignController</a:t>
                      </a:r>
                      <a:r>
                        <a:rPr sz="950" spc="-12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Request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Verb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1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Noun</a:t>
                      </a:r>
                      <a:r>
                        <a:rPr sz="1000" b="1" spc="-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Request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StoreCampaignRequest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CampaignRequest</a:t>
                      </a:r>
                      <a:r>
                        <a:rPr sz="950" spc="-9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Noun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1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CampaignService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campaignSvc</a:t>
                      </a:r>
                      <a:r>
                        <a:rPr sz="950" spc="-7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Job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Action</a:t>
                      </a:r>
                      <a:r>
                        <a:rPr sz="1000" b="1" spc="-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3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Job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RefundBackersJob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refundJob</a:t>
                      </a:r>
                      <a:r>
                        <a:rPr sz="950" spc="-5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Event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</a:t>
                      </a:r>
                      <a:r>
                        <a:rPr sz="1000" b="1" spc="-5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past</a:t>
                      </a:r>
                      <a:r>
                        <a:rPr sz="1000" b="1" spc="-3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tense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CampaignFunded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campaign_funded</a:t>
                      </a:r>
                      <a:r>
                        <a:rPr sz="950" spc="-9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Migration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snake_case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deskriptif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create_campaigns_table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campaigns</a:t>
                      </a:r>
                      <a:r>
                        <a:rPr sz="950" spc="-5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619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Laravel</a:t>
            </a:r>
            <a:r>
              <a:rPr spc="-60" dirty="0"/>
              <a:t> </a:t>
            </a:r>
            <a:r>
              <a:rPr dirty="0"/>
              <a:t>—</a:t>
            </a:r>
            <a:r>
              <a:rPr spc="-75" dirty="0"/>
              <a:t> </a:t>
            </a:r>
            <a:r>
              <a:rPr dirty="0"/>
              <a:t>Penamaan</a:t>
            </a:r>
            <a:r>
              <a:rPr spc="-60" dirty="0"/>
              <a:t> </a:t>
            </a:r>
            <a:r>
              <a:rPr spc="-10" dirty="0"/>
              <a:t>Variabel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Method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Gunakan</a:t>
            </a:r>
            <a:r>
              <a:rPr sz="1100" b="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pola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konsisten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seluruh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controller,</a:t>
            </a:r>
            <a:r>
              <a:rPr sz="1100" b="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model,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dan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service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884" y="801497"/>
            <a:ext cx="8585200" cy="4206875"/>
            <a:chOff x="214884" y="801497"/>
            <a:chExt cx="8585200" cy="4206875"/>
          </a:xfrm>
        </p:grpSpPr>
        <p:sp>
          <p:nvSpPr>
            <p:cNvPr id="5" name="object 5"/>
            <p:cNvSpPr/>
            <p:nvPr/>
          </p:nvSpPr>
          <p:spPr>
            <a:xfrm>
              <a:off x="347471" y="804672"/>
              <a:ext cx="8449310" cy="0"/>
            </a:xfrm>
            <a:custGeom>
              <a:avLst/>
              <a:gdLst/>
              <a:ahLst/>
              <a:cxnLst/>
              <a:rect l="l" t="t" r="r" b="b"/>
              <a:pathLst>
                <a:path w="8449310">
                  <a:moveTo>
                    <a:pt x="0" y="0"/>
                  </a:moveTo>
                  <a:lnTo>
                    <a:pt x="8449056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" y="819937"/>
              <a:ext cx="4279392" cy="41879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471" y="914400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60" h="3931920">
                  <a:moveTo>
                    <a:pt x="3931919" y="0"/>
                  </a:moveTo>
                  <a:lnTo>
                    <a:pt x="91452" y="0"/>
                  </a:lnTo>
                  <a:lnTo>
                    <a:pt x="55855" y="7179"/>
                  </a:lnTo>
                  <a:lnTo>
                    <a:pt x="26785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3840467"/>
                  </a:lnTo>
                  <a:lnTo>
                    <a:pt x="7186" y="3876064"/>
                  </a:lnTo>
                  <a:lnTo>
                    <a:pt x="26785" y="3905134"/>
                  </a:lnTo>
                  <a:lnTo>
                    <a:pt x="55855" y="3924733"/>
                  </a:lnTo>
                  <a:lnTo>
                    <a:pt x="91452" y="3931920"/>
                  </a:lnTo>
                  <a:lnTo>
                    <a:pt x="3931919" y="3931920"/>
                  </a:lnTo>
                  <a:lnTo>
                    <a:pt x="3967531" y="3924733"/>
                  </a:lnTo>
                  <a:lnTo>
                    <a:pt x="3996594" y="3905134"/>
                  </a:lnTo>
                  <a:lnTo>
                    <a:pt x="4016180" y="3876064"/>
                  </a:lnTo>
                  <a:lnTo>
                    <a:pt x="4023360" y="3840467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19" y="0"/>
                  </a:lnTo>
                  <a:close/>
                </a:path>
              </a:pathLst>
            </a:custGeom>
            <a:solidFill>
              <a:srgbClr val="EFF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471" y="914400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60" h="3931920">
                  <a:moveTo>
                    <a:pt x="0" y="91439"/>
                  </a:moveTo>
                  <a:lnTo>
                    <a:pt x="7186" y="55828"/>
                  </a:lnTo>
                  <a:lnTo>
                    <a:pt x="26785" y="26765"/>
                  </a:lnTo>
                  <a:lnTo>
                    <a:pt x="55855" y="7179"/>
                  </a:lnTo>
                  <a:lnTo>
                    <a:pt x="91452" y="0"/>
                  </a:lnTo>
                  <a:lnTo>
                    <a:pt x="3931919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840467"/>
                  </a:lnTo>
                  <a:lnTo>
                    <a:pt x="4016180" y="3876064"/>
                  </a:lnTo>
                  <a:lnTo>
                    <a:pt x="3996594" y="3905134"/>
                  </a:lnTo>
                  <a:lnTo>
                    <a:pt x="3967531" y="3924733"/>
                  </a:lnTo>
                  <a:lnTo>
                    <a:pt x="3931919" y="3931920"/>
                  </a:lnTo>
                  <a:lnTo>
                    <a:pt x="91452" y="3931920"/>
                  </a:lnTo>
                  <a:lnTo>
                    <a:pt x="55855" y="3924733"/>
                  </a:lnTo>
                  <a:lnTo>
                    <a:pt x="26785" y="3905134"/>
                  </a:lnTo>
                  <a:lnTo>
                    <a:pt x="7186" y="3876064"/>
                  </a:lnTo>
                  <a:lnTo>
                    <a:pt x="0" y="3840467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7471" y="914400"/>
              <a:ext cx="4023360" cy="384175"/>
            </a:xfrm>
            <a:custGeom>
              <a:avLst/>
              <a:gdLst/>
              <a:ahLst/>
              <a:cxnLst/>
              <a:rect l="l" t="t" r="r" b="b"/>
              <a:pathLst>
                <a:path w="4023360" h="384175">
                  <a:moveTo>
                    <a:pt x="3931919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292608"/>
                  </a:lnTo>
                  <a:lnTo>
                    <a:pt x="7186" y="328219"/>
                  </a:lnTo>
                  <a:lnTo>
                    <a:pt x="26784" y="357282"/>
                  </a:lnTo>
                  <a:lnTo>
                    <a:pt x="55849" y="376868"/>
                  </a:lnTo>
                  <a:lnTo>
                    <a:pt x="91440" y="384048"/>
                  </a:lnTo>
                  <a:lnTo>
                    <a:pt x="3931919" y="384048"/>
                  </a:lnTo>
                  <a:lnTo>
                    <a:pt x="3967531" y="376868"/>
                  </a:lnTo>
                  <a:lnTo>
                    <a:pt x="3996594" y="357282"/>
                  </a:lnTo>
                  <a:lnTo>
                    <a:pt x="4016180" y="328219"/>
                  </a:lnTo>
                  <a:lnTo>
                    <a:pt x="4023360" y="292608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19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471" y="914400"/>
              <a:ext cx="4023360" cy="384175"/>
            </a:xfrm>
            <a:custGeom>
              <a:avLst/>
              <a:gdLst/>
              <a:ahLst/>
              <a:cxnLst/>
              <a:rect l="l" t="t" r="r" b="b"/>
              <a:pathLst>
                <a:path w="4023360" h="384175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3931919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292608"/>
                  </a:lnTo>
                  <a:lnTo>
                    <a:pt x="4016180" y="328219"/>
                  </a:lnTo>
                  <a:lnTo>
                    <a:pt x="3996594" y="357282"/>
                  </a:lnTo>
                  <a:lnTo>
                    <a:pt x="3967531" y="376868"/>
                  </a:lnTo>
                  <a:lnTo>
                    <a:pt x="3931919" y="384048"/>
                  </a:lnTo>
                  <a:lnTo>
                    <a:pt x="91440" y="384048"/>
                  </a:lnTo>
                  <a:lnTo>
                    <a:pt x="55849" y="376868"/>
                  </a:lnTo>
                  <a:lnTo>
                    <a:pt x="26784" y="357282"/>
                  </a:lnTo>
                  <a:lnTo>
                    <a:pt x="7186" y="328219"/>
                  </a:lnTo>
                  <a:lnTo>
                    <a:pt x="0" y="292608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1389888"/>
              <a:ext cx="3840479" cy="3337560"/>
            </a:xfrm>
            <a:custGeom>
              <a:avLst/>
              <a:gdLst/>
              <a:ahLst/>
              <a:cxnLst/>
              <a:rect l="l" t="t" r="r" b="b"/>
              <a:pathLst>
                <a:path w="3840479" h="3337560">
                  <a:moveTo>
                    <a:pt x="3776472" y="0"/>
                  </a:moveTo>
                  <a:lnTo>
                    <a:pt x="64020" y="0"/>
                  </a:lnTo>
                  <a:lnTo>
                    <a:pt x="39101" y="5036"/>
                  </a:lnTo>
                  <a:lnTo>
                    <a:pt x="18751" y="18764"/>
                  </a:lnTo>
                  <a:lnTo>
                    <a:pt x="5031" y="39112"/>
                  </a:lnTo>
                  <a:lnTo>
                    <a:pt x="0" y="64008"/>
                  </a:lnTo>
                  <a:lnTo>
                    <a:pt x="0" y="3273539"/>
                  </a:lnTo>
                  <a:lnTo>
                    <a:pt x="5031" y="3298458"/>
                  </a:lnTo>
                  <a:lnTo>
                    <a:pt x="18751" y="3318808"/>
                  </a:lnTo>
                  <a:lnTo>
                    <a:pt x="39101" y="3332528"/>
                  </a:lnTo>
                  <a:lnTo>
                    <a:pt x="64020" y="3337560"/>
                  </a:lnTo>
                  <a:lnTo>
                    <a:pt x="3776472" y="3337560"/>
                  </a:lnTo>
                  <a:lnTo>
                    <a:pt x="3801367" y="3332528"/>
                  </a:lnTo>
                  <a:lnTo>
                    <a:pt x="3821715" y="3318808"/>
                  </a:lnTo>
                  <a:lnTo>
                    <a:pt x="3835443" y="3298458"/>
                  </a:lnTo>
                  <a:lnTo>
                    <a:pt x="3840479" y="3273539"/>
                  </a:lnTo>
                  <a:lnTo>
                    <a:pt x="3840479" y="64008"/>
                  </a:lnTo>
                  <a:lnTo>
                    <a:pt x="3835443" y="39112"/>
                  </a:lnTo>
                  <a:lnTo>
                    <a:pt x="3821715" y="18764"/>
                  </a:lnTo>
                  <a:lnTo>
                    <a:pt x="3801367" y="5036"/>
                  </a:lnTo>
                  <a:lnTo>
                    <a:pt x="3776472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1389888"/>
              <a:ext cx="3840479" cy="3337560"/>
            </a:xfrm>
            <a:custGeom>
              <a:avLst/>
              <a:gdLst/>
              <a:ahLst/>
              <a:cxnLst/>
              <a:rect l="l" t="t" r="r" b="b"/>
              <a:pathLst>
                <a:path w="3840479" h="3337560">
                  <a:moveTo>
                    <a:pt x="0" y="64008"/>
                  </a:moveTo>
                  <a:lnTo>
                    <a:pt x="5031" y="39112"/>
                  </a:lnTo>
                  <a:lnTo>
                    <a:pt x="18751" y="18764"/>
                  </a:lnTo>
                  <a:lnTo>
                    <a:pt x="39101" y="5036"/>
                  </a:lnTo>
                  <a:lnTo>
                    <a:pt x="64020" y="0"/>
                  </a:lnTo>
                  <a:lnTo>
                    <a:pt x="3776472" y="0"/>
                  </a:lnTo>
                  <a:lnTo>
                    <a:pt x="3801367" y="5036"/>
                  </a:lnTo>
                  <a:lnTo>
                    <a:pt x="3821715" y="18764"/>
                  </a:lnTo>
                  <a:lnTo>
                    <a:pt x="3835443" y="39112"/>
                  </a:lnTo>
                  <a:lnTo>
                    <a:pt x="3840479" y="64008"/>
                  </a:lnTo>
                  <a:lnTo>
                    <a:pt x="3840479" y="3273539"/>
                  </a:lnTo>
                  <a:lnTo>
                    <a:pt x="3835443" y="3298458"/>
                  </a:lnTo>
                  <a:lnTo>
                    <a:pt x="3821715" y="3318808"/>
                  </a:lnTo>
                  <a:lnTo>
                    <a:pt x="3801367" y="3332528"/>
                  </a:lnTo>
                  <a:lnTo>
                    <a:pt x="3776472" y="3337560"/>
                  </a:lnTo>
                  <a:lnTo>
                    <a:pt x="64020" y="3337560"/>
                  </a:lnTo>
                  <a:lnTo>
                    <a:pt x="39101" y="3332528"/>
                  </a:lnTo>
                  <a:lnTo>
                    <a:pt x="18751" y="3318808"/>
                  </a:lnTo>
                  <a:lnTo>
                    <a:pt x="5031" y="3298458"/>
                  </a:lnTo>
                  <a:lnTo>
                    <a:pt x="0" y="3273539"/>
                  </a:lnTo>
                  <a:lnTo>
                    <a:pt x="0" y="64008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1659" y="1457070"/>
            <a:ext cx="2433320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Variabel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—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camelCase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$campaignId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1;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$totalAmount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500000;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960755" algn="l"/>
              </a:tabLst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$isActive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=</a:t>
            </a:r>
            <a:r>
              <a:rPr sz="95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true;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Collection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—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plural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$campaigns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Campaign::all();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$backings  =</a:t>
            </a:r>
            <a:r>
              <a:rPr sz="950" spc="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$campaign-&gt;backings;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659" y="2760345"/>
            <a:ext cx="294259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Method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—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verb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+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noun</a:t>
            </a:r>
            <a:endParaRPr sz="950">
              <a:latin typeface="Courier New"/>
              <a:cs typeface="Courier New"/>
            </a:endParaRPr>
          </a:p>
          <a:p>
            <a:pPr marL="12700" marR="78105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getCampaign(int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$id)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storeBacking()</a:t>
            </a:r>
            <a:r>
              <a:rPr sz="95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calculateFee():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float</a:t>
            </a:r>
            <a:r>
              <a:rPr sz="95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659" y="3483940"/>
            <a:ext cx="316166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Boolean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—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is/has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prefix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isExpired():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hasReachedTarget():</a:t>
            </a:r>
            <a:r>
              <a:rPr sz="95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</a:t>
            </a:r>
            <a:r>
              <a:rPr sz="95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0579" y="819937"/>
            <a:ext cx="4279900" cy="4188460"/>
            <a:chOff x="4640579" y="819937"/>
            <a:chExt cx="4279900" cy="418846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0579" y="819937"/>
              <a:ext cx="4279391" cy="41879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73167" y="914399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59" h="3931920">
                  <a:moveTo>
                    <a:pt x="393192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840467"/>
                  </a:lnTo>
                  <a:lnTo>
                    <a:pt x="7179" y="3876064"/>
                  </a:lnTo>
                  <a:lnTo>
                    <a:pt x="26765" y="3905134"/>
                  </a:lnTo>
                  <a:lnTo>
                    <a:pt x="55828" y="3924733"/>
                  </a:lnTo>
                  <a:lnTo>
                    <a:pt x="91440" y="3931920"/>
                  </a:lnTo>
                  <a:lnTo>
                    <a:pt x="3931920" y="3931920"/>
                  </a:lnTo>
                  <a:lnTo>
                    <a:pt x="3967531" y="3924733"/>
                  </a:lnTo>
                  <a:lnTo>
                    <a:pt x="3996594" y="3905134"/>
                  </a:lnTo>
                  <a:lnTo>
                    <a:pt x="4016180" y="3876064"/>
                  </a:lnTo>
                  <a:lnTo>
                    <a:pt x="4023360" y="3840467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73167" y="914399"/>
              <a:ext cx="4023360" cy="3931920"/>
            </a:xfrm>
            <a:custGeom>
              <a:avLst/>
              <a:gdLst/>
              <a:ahLst/>
              <a:cxnLst/>
              <a:rect l="l" t="t" r="r" b="b"/>
              <a:pathLst>
                <a:path w="4023359" h="393192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931920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3840467"/>
                  </a:lnTo>
                  <a:lnTo>
                    <a:pt x="4016180" y="3876064"/>
                  </a:lnTo>
                  <a:lnTo>
                    <a:pt x="3996594" y="3905134"/>
                  </a:lnTo>
                  <a:lnTo>
                    <a:pt x="3967531" y="3924733"/>
                  </a:lnTo>
                  <a:lnTo>
                    <a:pt x="3931920" y="3931920"/>
                  </a:lnTo>
                  <a:lnTo>
                    <a:pt x="91440" y="3931920"/>
                  </a:lnTo>
                  <a:lnTo>
                    <a:pt x="55828" y="3924733"/>
                  </a:lnTo>
                  <a:lnTo>
                    <a:pt x="26765" y="3905134"/>
                  </a:lnTo>
                  <a:lnTo>
                    <a:pt x="7179" y="3876064"/>
                  </a:lnTo>
                  <a:lnTo>
                    <a:pt x="0" y="3840467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73167" y="914399"/>
              <a:ext cx="4023360" cy="384175"/>
            </a:xfrm>
            <a:custGeom>
              <a:avLst/>
              <a:gdLst/>
              <a:ahLst/>
              <a:cxnLst/>
              <a:rect l="l" t="t" r="r" b="b"/>
              <a:pathLst>
                <a:path w="4023359" h="384175">
                  <a:moveTo>
                    <a:pt x="393192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292608"/>
                  </a:lnTo>
                  <a:lnTo>
                    <a:pt x="7179" y="328219"/>
                  </a:lnTo>
                  <a:lnTo>
                    <a:pt x="26765" y="357282"/>
                  </a:lnTo>
                  <a:lnTo>
                    <a:pt x="55828" y="376868"/>
                  </a:lnTo>
                  <a:lnTo>
                    <a:pt x="91440" y="384048"/>
                  </a:lnTo>
                  <a:lnTo>
                    <a:pt x="3931920" y="384048"/>
                  </a:lnTo>
                  <a:lnTo>
                    <a:pt x="3967531" y="376868"/>
                  </a:lnTo>
                  <a:lnTo>
                    <a:pt x="3996594" y="357282"/>
                  </a:lnTo>
                  <a:lnTo>
                    <a:pt x="4016180" y="328219"/>
                  </a:lnTo>
                  <a:lnTo>
                    <a:pt x="4023360" y="292608"/>
                  </a:lnTo>
                  <a:lnTo>
                    <a:pt x="4023360" y="91439"/>
                  </a:lnTo>
                  <a:lnTo>
                    <a:pt x="4016180" y="55828"/>
                  </a:lnTo>
                  <a:lnTo>
                    <a:pt x="3996594" y="26765"/>
                  </a:lnTo>
                  <a:lnTo>
                    <a:pt x="3967531" y="7179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73167" y="914399"/>
              <a:ext cx="4023360" cy="384175"/>
            </a:xfrm>
            <a:custGeom>
              <a:avLst/>
              <a:gdLst/>
              <a:ahLst/>
              <a:cxnLst/>
              <a:rect l="l" t="t" r="r" b="b"/>
              <a:pathLst>
                <a:path w="4023359" h="384175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931920" y="0"/>
                  </a:lnTo>
                  <a:lnTo>
                    <a:pt x="3967531" y="7179"/>
                  </a:lnTo>
                  <a:lnTo>
                    <a:pt x="3996594" y="26765"/>
                  </a:lnTo>
                  <a:lnTo>
                    <a:pt x="4016180" y="55828"/>
                  </a:lnTo>
                  <a:lnTo>
                    <a:pt x="4023360" y="91439"/>
                  </a:lnTo>
                  <a:lnTo>
                    <a:pt x="4023360" y="292608"/>
                  </a:lnTo>
                  <a:lnTo>
                    <a:pt x="4016180" y="328219"/>
                  </a:lnTo>
                  <a:lnTo>
                    <a:pt x="3996594" y="357282"/>
                  </a:lnTo>
                  <a:lnTo>
                    <a:pt x="3967531" y="376868"/>
                  </a:lnTo>
                  <a:lnTo>
                    <a:pt x="3931920" y="384048"/>
                  </a:lnTo>
                  <a:lnTo>
                    <a:pt x="91440" y="384048"/>
                  </a:lnTo>
                  <a:lnTo>
                    <a:pt x="55828" y="376868"/>
                  </a:lnTo>
                  <a:lnTo>
                    <a:pt x="26765" y="357282"/>
                  </a:lnTo>
                  <a:lnTo>
                    <a:pt x="7179" y="328219"/>
                  </a:lnTo>
                  <a:lnTo>
                    <a:pt x="0" y="292608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0219" y="985773"/>
            <a:ext cx="52311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329" indent="-214629">
              <a:lnSpc>
                <a:spcPct val="100000"/>
              </a:lnSpc>
              <a:spcBef>
                <a:spcPts val="95"/>
              </a:spcBef>
              <a:buFont typeface="Segoe UI Symbol"/>
              <a:buChar char="✓"/>
              <a:tabLst>
                <a:tab pos="227329" algn="l"/>
                <a:tab pos="4429760" algn="l"/>
              </a:tabLst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BENAR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✗</a:t>
            </a:r>
            <a:r>
              <a:rPr sz="1300" spc="35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SALAH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61433" y="1386713"/>
            <a:ext cx="3846829" cy="3343910"/>
            <a:chOff x="4861433" y="1386713"/>
            <a:chExt cx="3846829" cy="3343910"/>
          </a:xfrm>
        </p:grpSpPr>
        <p:sp>
          <p:nvSpPr>
            <p:cNvPr id="24" name="object 24"/>
            <p:cNvSpPr/>
            <p:nvPr/>
          </p:nvSpPr>
          <p:spPr>
            <a:xfrm>
              <a:off x="4864608" y="1389888"/>
              <a:ext cx="3840479" cy="3337560"/>
            </a:xfrm>
            <a:custGeom>
              <a:avLst/>
              <a:gdLst/>
              <a:ahLst/>
              <a:cxnLst/>
              <a:rect l="l" t="t" r="r" b="b"/>
              <a:pathLst>
                <a:path w="3840479" h="3337560">
                  <a:moveTo>
                    <a:pt x="377647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73539"/>
                  </a:lnTo>
                  <a:lnTo>
                    <a:pt x="5036" y="3298458"/>
                  </a:lnTo>
                  <a:lnTo>
                    <a:pt x="18764" y="3318808"/>
                  </a:lnTo>
                  <a:lnTo>
                    <a:pt x="39112" y="3332528"/>
                  </a:lnTo>
                  <a:lnTo>
                    <a:pt x="64007" y="3337560"/>
                  </a:lnTo>
                  <a:lnTo>
                    <a:pt x="3776471" y="3337560"/>
                  </a:lnTo>
                  <a:lnTo>
                    <a:pt x="3801367" y="3332528"/>
                  </a:lnTo>
                  <a:lnTo>
                    <a:pt x="3821715" y="3318808"/>
                  </a:lnTo>
                  <a:lnTo>
                    <a:pt x="3835443" y="3298458"/>
                  </a:lnTo>
                  <a:lnTo>
                    <a:pt x="3840480" y="3273539"/>
                  </a:lnTo>
                  <a:lnTo>
                    <a:pt x="3840480" y="64008"/>
                  </a:lnTo>
                  <a:lnTo>
                    <a:pt x="3835443" y="39112"/>
                  </a:lnTo>
                  <a:lnTo>
                    <a:pt x="3821715" y="18764"/>
                  </a:lnTo>
                  <a:lnTo>
                    <a:pt x="3801367" y="5036"/>
                  </a:lnTo>
                  <a:lnTo>
                    <a:pt x="3776471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4608" y="1389888"/>
              <a:ext cx="3840479" cy="3337560"/>
            </a:xfrm>
            <a:custGeom>
              <a:avLst/>
              <a:gdLst/>
              <a:ahLst/>
              <a:cxnLst/>
              <a:rect l="l" t="t" r="r" b="b"/>
              <a:pathLst>
                <a:path w="3840479" h="3337560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3776471" y="0"/>
                  </a:lnTo>
                  <a:lnTo>
                    <a:pt x="3801367" y="5036"/>
                  </a:lnTo>
                  <a:lnTo>
                    <a:pt x="3821715" y="18764"/>
                  </a:lnTo>
                  <a:lnTo>
                    <a:pt x="3835443" y="39112"/>
                  </a:lnTo>
                  <a:lnTo>
                    <a:pt x="3840480" y="64008"/>
                  </a:lnTo>
                  <a:lnTo>
                    <a:pt x="3840480" y="3273539"/>
                  </a:lnTo>
                  <a:lnTo>
                    <a:pt x="3835443" y="3298458"/>
                  </a:lnTo>
                  <a:lnTo>
                    <a:pt x="3821715" y="3318808"/>
                  </a:lnTo>
                  <a:lnTo>
                    <a:pt x="3801367" y="3332528"/>
                  </a:lnTo>
                  <a:lnTo>
                    <a:pt x="3776471" y="3337560"/>
                  </a:lnTo>
                  <a:lnTo>
                    <a:pt x="64007" y="3337560"/>
                  </a:lnTo>
                  <a:lnTo>
                    <a:pt x="39112" y="3332528"/>
                  </a:lnTo>
                  <a:lnTo>
                    <a:pt x="18764" y="3318808"/>
                  </a:lnTo>
                  <a:lnTo>
                    <a:pt x="5036" y="3298458"/>
                  </a:lnTo>
                  <a:lnTo>
                    <a:pt x="0" y="3273539"/>
                  </a:lnTo>
                  <a:lnTo>
                    <a:pt x="0" y="64008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89703" y="1457070"/>
            <a:ext cx="2660015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Hindari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snake_case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untuk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variabel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$campaign_id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1;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$total_amount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500000;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1037590" algn="l"/>
              </a:tabLst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$is_active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=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true;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Jangan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singular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untuk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collection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$campaign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Campaign::all();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$backing</a:t>
            </a:r>
            <a:r>
              <a:rPr sz="950" spc="15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$campaign-&gt;backings;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89703" y="2760345"/>
            <a:ext cx="207391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Jangan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nama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tidak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jelas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process()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save()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calc()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89703" y="3483940"/>
            <a:ext cx="2513330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 Jangan tanpa prefix</a:t>
            </a:r>
            <a:r>
              <a:rPr sz="950" spc="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boolean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expired():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public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target():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{}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Laravel</a:t>
            </a:r>
            <a:r>
              <a:rPr spc="-60" dirty="0"/>
              <a:t> </a:t>
            </a:r>
            <a:r>
              <a:rPr dirty="0"/>
              <a:t>—</a:t>
            </a:r>
            <a:r>
              <a:rPr spc="-80" dirty="0"/>
              <a:t> </a:t>
            </a:r>
            <a:r>
              <a:rPr dirty="0"/>
              <a:t>Struktur</a:t>
            </a:r>
            <a:r>
              <a:rPr spc="-55" dirty="0"/>
              <a:t> </a:t>
            </a:r>
            <a:r>
              <a:rPr spc="-10" dirty="0"/>
              <a:t>Folder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Letakkan</a:t>
            </a:r>
            <a:r>
              <a:rPr sz="1100" b="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file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tempat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tepat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jangan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semua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Controllers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4297" y="911225"/>
            <a:ext cx="4121150" cy="3938270"/>
            <a:chOff x="344297" y="911225"/>
            <a:chExt cx="4121150" cy="3938270"/>
          </a:xfrm>
        </p:grpSpPr>
        <p:sp>
          <p:nvSpPr>
            <p:cNvPr id="5" name="object 5"/>
            <p:cNvSpPr/>
            <p:nvPr/>
          </p:nvSpPr>
          <p:spPr>
            <a:xfrm>
              <a:off x="347472" y="914400"/>
              <a:ext cx="4114800" cy="3931920"/>
            </a:xfrm>
            <a:custGeom>
              <a:avLst/>
              <a:gdLst/>
              <a:ahLst/>
              <a:cxnLst/>
              <a:rect l="l" t="t" r="r" b="b"/>
              <a:pathLst>
                <a:path w="4114800" h="3931920">
                  <a:moveTo>
                    <a:pt x="405079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3867912"/>
                  </a:lnTo>
                  <a:lnTo>
                    <a:pt x="5030" y="3892824"/>
                  </a:lnTo>
                  <a:lnTo>
                    <a:pt x="18749" y="3913170"/>
                  </a:lnTo>
                  <a:lnTo>
                    <a:pt x="39095" y="3926889"/>
                  </a:lnTo>
                  <a:lnTo>
                    <a:pt x="64007" y="3931920"/>
                  </a:lnTo>
                  <a:lnTo>
                    <a:pt x="4050791" y="3931920"/>
                  </a:lnTo>
                  <a:lnTo>
                    <a:pt x="4075687" y="3926889"/>
                  </a:lnTo>
                  <a:lnTo>
                    <a:pt x="4096035" y="3913170"/>
                  </a:lnTo>
                  <a:lnTo>
                    <a:pt x="4109763" y="3892824"/>
                  </a:lnTo>
                  <a:lnTo>
                    <a:pt x="4114800" y="3867912"/>
                  </a:lnTo>
                  <a:lnTo>
                    <a:pt x="4114800" y="64008"/>
                  </a:lnTo>
                  <a:lnTo>
                    <a:pt x="4109763" y="39112"/>
                  </a:lnTo>
                  <a:lnTo>
                    <a:pt x="4096035" y="18764"/>
                  </a:lnTo>
                  <a:lnTo>
                    <a:pt x="4075687" y="5036"/>
                  </a:lnTo>
                  <a:lnTo>
                    <a:pt x="4050791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7472" y="914400"/>
              <a:ext cx="4114800" cy="3931920"/>
            </a:xfrm>
            <a:custGeom>
              <a:avLst/>
              <a:gdLst/>
              <a:ahLst/>
              <a:cxnLst/>
              <a:rect l="l" t="t" r="r" b="b"/>
              <a:pathLst>
                <a:path w="4114800" h="3931920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4050791" y="0"/>
                  </a:lnTo>
                  <a:lnTo>
                    <a:pt x="4075687" y="5036"/>
                  </a:lnTo>
                  <a:lnTo>
                    <a:pt x="4096035" y="18764"/>
                  </a:lnTo>
                  <a:lnTo>
                    <a:pt x="4109763" y="39112"/>
                  </a:lnTo>
                  <a:lnTo>
                    <a:pt x="4114800" y="64008"/>
                  </a:lnTo>
                  <a:lnTo>
                    <a:pt x="4114800" y="3867912"/>
                  </a:lnTo>
                  <a:lnTo>
                    <a:pt x="4109763" y="3892824"/>
                  </a:lnTo>
                  <a:lnTo>
                    <a:pt x="4096035" y="3913170"/>
                  </a:lnTo>
                  <a:lnTo>
                    <a:pt x="4075687" y="3926889"/>
                  </a:lnTo>
                  <a:lnTo>
                    <a:pt x="4050791" y="3931920"/>
                  </a:lnTo>
                  <a:lnTo>
                    <a:pt x="64007" y="3931920"/>
                  </a:lnTo>
                  <a:lnTo>
                    <a:pt x="39095" y="3926889"/>
                  </a:lnTo>
                  <a:lnTo>
                    <a:pt x="18749" y="3913170"/>
                  </a:lnTo>
                  <a:lnTo>
                    <a:pt x="5030" y="3892824"/>
                  </a:lnTo>
                  <a:lnTo>
                    <a:pt x="0" y="3867912"/>
                  </a:lnTo>
                  <a:lnTo>
                    <a:pt x="0" y="64008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44297" y="801497"/>
            <a:ext cx="8575675" cy="1143635"/>
            <a:chOff x="344297" y="801497"/>
            <a:chExt cx="8575675" cy="1143635"/>
          </a:xfrm>
        </p:grpSpPr>
        <p:sp>
          <p:nvSpPr>
            <p:cNvPr id="8" name="object 8"/>
            <p:cNvSpPr/>
            <p:nvPr/>
          </p:nvSpPr>
          <p:spPr>
            <a:xfrm>
              <a:off x="347472" y="804672"/>
              <a:ext cx="8449310" cy="0"/>
            </a:xfrm>
            <a:custGeom>
              <a:avLst/>
              <a:gdLst/>
              <a:ahLst/>
              <a:cxnLst/>
              <a:rect l="l" t="t" r="r" b="b"/>
              <a:pathLst>
                <a:path w="8449310">
                  <a:moveTo>
                    <a:pt x="0" y="0"/>
                  </a:moveTo>
                  <a:lnTo>
                    <a:pt x="8449056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819912"/>
              <a:ext cx="4389120" cy="11247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63439" y="914400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80">
                  <a:moveTo>
                    <a:pt x="404164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39" y="868679"/>
                  </a:lnTo>
                  <a:lnTo>
                    <a:pt x="4041648" y="868679"/>
                  </a:lnTo>
                  <a:lnTo>
                    <a:pt x="4077259" y="861500"/>
                  </a:lnTo>
                  <a:lnTo>
                    <a:pt x="4106322" y="841914"/>
                  </a:lnTo>
                  <a:lnTo>
                    <a:pt x="4125908" y="812851"/>
                  </a:lnTo>
                  <a:lnTo>
                    <a:pt x="4133088" y="777239"/>
                  </a:lnTo>
                  <a:lnTo>
                    <a:pt x="4133088" y="91439"/>
                  </a:lnTo>
                  <a:lnTo>
                    <a:pt x="4125908" y="55828"/>
                  </a:lnTo>
                  <a:lnTo>
                    <a:pt x="4106322" y="26765"/>
                  </a:lnTo>
                  <a:lnTo>
                    <a:pt x="4077259" y="7179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63439" y="914400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8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4041648" y="0"/>
                  </a:lnTo>
                  <a:lnTo>
                    <a:pt x="4077259" y="7179"/>
                  </a:lnTo>
                  <a:lnTo>
                    <a:pt x="4106322" y="26765"/>
                  </a:lnTo>
                  <a:lnTo>
                    <a:pt x="4125908" y="55828"/>
                  </a:lnTo>
                  <a:lnTo>
                    <a:pt x="4133088" y="91439"/>
                  </a:lnTo>
                  <a:lnTo>
                    <a:pt x="4133088" y="777239"/>
                  </a:lnTo>
                  <a:lnTo>
                    <a:pt x="4125908" y="812851"/>
                  </a:lnTo>
                  <a:lnTo>
                    <a:pt x="4106322" y="841914"/>
                  </a:lnTo>
                  <a:lnTo>
                    <a:pt x="4077259" y="861500"/>
                  </a:lnTo>
                  <a:lnTo>
                    <a:pt x="4041648" y="868679"/>
                  </a:lnTo>
                  <a:lnTo>
                    <a:pt x="91439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50034" y="1125982"/>
            <a:ext cx="126428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Eloquent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models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0034" y="1560702"/>
            <a:ext cx="1483995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API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controllers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Form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validation*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API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response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Business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logic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Queue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jobs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Domain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events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931" y="981201"/>
            <a:ext cx="1192530" cy="1618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app/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Models/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Http/</a:t>
            </a:r>
            <a:endParaRPr sz="950">
              <a:latin typeface="Courier New"/>
              <a:cs typeface="Courier New"/>
            </a:endParaRPr>
          </a:p>
          <a:p>
            <a:pPr marL="30480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Controllers/</a:t>
            </a:r>
            <a:endParaRPr sz="950">
              <a:latin typeface="Courier New"/>
              <a:cs typeface="Courier New"/>
            </a:endParaRPr>
          </a:p>
          <a:p>
            <a:pPr marL="304800" marR="150495" indent="144780">
              <a:lnSpc>
                <a:spcPct val="100000"/>
              </a:lnSpc>
              <a:spcBef>
                <a:spcPts val="5"/>
              </a:spcBef>
            </a:pP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Api/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Requests/ Resources/</a:t>
            </a:r>
            <a:endParaRPr sz="950">
              <a:latin typeface="Courier New"/>
              <a:cs typeface="Courier New"/>
            </a:endParaRPr>
          </a:p>
          <a:p>
            <a:pPr marL="158750" marR="29718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Services/ Jobs/ Events/ Listeners/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1931" y="2719197"/>
            <a:ext cx="14833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database/migrations/ routes/api.php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1931" y="3153536"/>
            <a:ext cx="26511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*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Requests/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opsional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tapi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disarankan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18557" y="993394"/>
            <a:ext cx="50863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6266F0"/>
                </a:solidFill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8557" y="1298194"/>
            <a:ext cx="3139440" cy="31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95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Hanya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relasi,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scopes,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casts,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accessor.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Tidak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ada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business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ts val="1130"/>
              </a:lnSpc>
            </a:pP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logic.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30852" y="1807464"/>
            <a:ext cx="4389120" cy="1125220"/>
            <a:chOff x="4530852" y="1807464"/>
            <a:chExt cx="4389120" cy="112522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2" y="1807464"/>
              <a:ext cx="4389120" cy="11247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663440" y="1901952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80">
                  <a:moveTo>
                    <a:pt x="404164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777240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39" y="868680"/>
                  </a:lnTo>
                  <a:lnTo>
                    <a:pt x="4041648" y="868680"/>
                  </a:lnTo>
                  <a:lnTo>
                    <a:pt x="4077259" y="861500"/>
                  </a:lnTo>
                  <a:lnTo>
                    <a:pt x="4106322" y="841914"/>
                  </a:lnTo>
                  <a:lnTo>
                    <a:pt x="4125908" y="812851"/>
                  </a:lnTo>
                  <a:lnTo>
                    <a:pt x="4133088" y="777240"/>
                  </a:lnTo>
                  <a:lnTo>
                    <a:pt x="4133088" y="91440"/>
                  </a:lnTo>
                  <a:lnTo>
                    <a:pt x="4125908" y="55828"/>
                  </a:lnTo>
                  <a:lnTo>
                    <a:pt x="4106322" y="26765"/>
                  </a:lnTo>
                  <a:lnTo>
                    <a:pt x="4077259" y="7179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40" y="1901952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4041648" y="0"/>
                  </a:lnTo>
                  <a:lnTo>
                    <a:pt x="4077259" y="7179"/>
                  </a:lnTo>
                  <a:lnTo>
                    <a:pt x="4106322" y="26765"/>
                  </a:lnTo>
                  <a:lnTo>
                    <a:pt x="4125908" y="55828"/>
                  </a:lnTo>
                  <a:lnTo>
                    <a:pt x="4133088" y="91440"/>
                  </a:lnTo>
                  <a:lnTo>
                    <a:pt x="4133088" y="777240"/>
                  </a:lnTo>
                  <a:lnTo>
                    <a:pt x="4125908" y="812851"/>
                  </a:lnTo>
                  <a:lnTo>
                    <a:pt x="4106322" y="841914"/>
                  </a:lnTo>
                  <a:lnTo>
                    <a:pt x="4077259" y="861500"/>
                  </a:lnTo>
                  <a:lnTo>
                    <a:pt x="4041648" y="868680"/>
                  </a:lnTo>
                  <a:lnTo>
                    <a:pt x="91439" y="868680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40"/>
                  </a:lnTo>
                  <a:lnTo>
                    <a:pt x="0" y="9144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18557" y="1981327"/>
            <a:ext cx="7740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6266F0"/>
                </a:solidFill>
                <a:latin typeface="Arial"/>
                <a:cs typeface="Arial"/>
              </a:rPr>
              <a:t>Controllers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8557" y="2286127"/>
            <a:ext cx="3138170" cy="31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95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Terima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request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delegate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ke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Service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return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response.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ts val="1130"/>
              </a:lnSpc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Validasi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boleh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sini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jika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 sederhana.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30852" y="2795016"/>
            <a:ext cx="4389120" cy="1125220"/>
            <a:chOff x="4530852" y="2795016"/>
            <a:chExt cx="4389120" cy="112522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2" y="2795016"/>
              <a:ext cx="4389120" cy="11247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63440" y="2889504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79">
                  <a:moveTo>
                    <a:pt x="404164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777239"/>
                  </a:lnTo>
                  <a:lnTo>
                    <a:pt x="7179" y="812851"/>
                  </a:lnTo>
                  <a:lnTo>
                    <a:pt x="26765" y="841914"/>
                  </a:lnTo>
                  <a:lnTo>
                    <a:pt x="55828" y="861500"/>
                  </a:lnTo>
                  <a:lnTo>
                    <a:pt x="91439" y="868679"/>
                  </a:lnTo>
                  <a:lnTo>
                    <a:pt x="4041648" y="868679"/>
                  </a:lnTo>
                  <a:lnTo>
                    <a:pt x="4077259" y="861500"/>
                  </a:lnTo>
                  <a:lnTo>
                    <a:pt x="4106322" y="841914"/>
                  </a:lnTo>
                  <a:lnTo>
                    <a:pt x="4125908" y="812851"/>
                  </a:lnTo>
                  <a:lnTo>
                    <a:pt x="4133088" y="777239"/>
                  </a:lnTo>
                  <a:lnTo>
                    <a:pt x="4133088" y="91439"/>
                  </a:lnTo>
                  <a:lnTo>
                    <a:pt x="4125908" y="55828"/>
                  </a:lnTo>
                  <a:lnTo>
                    <a:pt x="4106322" y="26765"/>
                  </a:lnTo>
                  <a:lnTo>
                    <a:pt x="4077259" y="7179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40" y="2889504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4041648" y="0"/>
                  </a:lnTo>
                  <a:lnTo>
                    <a:pt x="4077259" y="7179"/>
                  </a:lnTo>
                  <a:lnTo>
                    <a:pt x="4106322" y="26765"/>
                  </a:lnTo>
                  <a:lnTo>
                    <a:pt x="4125908" y="55828"/>
                  </a:lnTo>
                  <a:lnTo>
                    <a:pt x="4133088" y="91439"/>
                  </a:lnTo>
                  <a:lnTo>
                    <a:pt x="4133088" y="777239"/>
                  </a:lnTo>
                  <a:lnTo>
                    <a:pt x="4125908" y="812851"/>
                  </a:lnTo>
                  <a:lnTo>
                    <a:pt x="4106322" y="841914"/>
                  </a:lnTo>
                  <a:lnTo>
                    <a:pt x="4077259" y="861500"/>
                  </a:lnTo>
                  <a:lnTo>
                    <a:pt x="4041648" y="868679"/>
                  </a:lnTo>
                  <a:lnTo>
                    <a:pt x="91439" y="868679"/>
                  </a:lnTo>
                  <a:lnTo>
                    <a:pt x="55828" y="861500"/>
                  </a:lnTo>
                  <a:lnTo>
                    <a:pt x="26765" y="841914"/>
                  </a:lnTo>
                  <a:lnTo>
                    <a:pt x="7179" y="812851"/>
                  </a:lnTo>
                  <a:lnTo>
                    <a:pt x="0" y="777239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18557" y="2969133"/>
            <a:ext cx="6007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6266F0"/>
                </a:solidFill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18557" y="3273933"/>
            <a:ext cx="3168015" cy="31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Semua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business</a:t>
            </a:r>
            <a:r>
              <a:rPr sz="95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logic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ada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sini.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Injectable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via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constructor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atau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static.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530852" y="3782567"/>
            <a:ext cx="4389120" cy="1125220"/>
            <a:chOff x="4530852" y="3782567"/>
            <a:chExt cx="4389120" cy="112522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2" y="3782567"/>
              <a:ext cx="4389120" cy="112471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663440" y="3877055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79">
                  <a:moveTo>
                    <a:pt x="4041648" y="0"/>
                  </a:moveTo>
                  <a:lnTo>
                    <a:pt x="91439" y="0"/>
                  </a:lnTo>
                  <a:lnTo>
                    <a:pt x="55828" y="7184"/>
                  </a:lnTo>
                  <a:lnTo>
                    <a:pt x="26765" y="26779"/>
                  </a:lnTo>
                  <a:lnTo>
                    <a:pt x="7179" y="55844"/>
                  </a:lnTo>
                  <a:lnTo>
                    <a:pt x="0" y="91440"/>
                  </a:lnTo>
                  <a:lnTo>
                    <a:pt x="0" y="777240"/>
                  </a:lnTo>
                  <a:lnTo>
                    <a:pt x="7179" y="812835"/>
                  </a:lnTo>
                  <a:lnTo>
                    <a:pt x="26765" y="841900"/>
                  </a:lnTo>
                  <a:lnTo>
                    <a:pt x="55828" y="861495"/>
                  </a:lnTo>
                  <a:lnTo>
                    <a:pt x="91439" y="868680"/>
                  </a:lnTo>
                  <a:lnTo>
                    <a:pt x="4041648" y="868680"/>
                  </a:lnTo>
                  <a:lnTo>
                    <a:pt x="4077259" y="861495"/>
                  </a:lnTo>
                  <a:lnTo>
                    <a:pt x="4106322" y="841900"/>
                  </a:lnTo>
                  <a:lnTo>
                    <a:pt x="4125908" y="812835"/>
                  </a:lnTo>
                  <a:lnTo>
                    <a:pt x="4133088" y="777240"/>
                  </a:lnTo>
                  <a:lnTo>
                    <a:pt x="4133088" y="91440"/>
                  </a:lnTo>
                  <a:lnTo>
                    <a:pt x="4125908" y="55844"/>
                  </a:lnTo>
                  <a:lnTo>
                    <a:pt x="4106322" y="26779"/>
                  </a:lnTo>
                  <a:lnTo>
                    <a:pt x="4077259" y="7184"/>
                  </a:lnTo>
                  <a:lnTo>
                    <a:pt x="4041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63440" y="3877055"/>
              <a:ext cx="4133215" cy="868680"/>
            </a:xfrm>
            <a:custGeom>
              <a:avLst/>
              <a:gdLst/>
              <a:ahLst/>
              <a:cxnLst/>
              <a:rect l="l" t="t" r="r" b="b"/>
              <a:pathLst>
                <a:path w="4133215" h="868679">
                  <a:moveTo>
                    <a:pt x="0" y="91440"/>
                  </a:moveTo>
                  <a:lnTo>
                    <a:pt x="7179" y="55844"/>
                  </a:lnTo>
                  <a:lnTo>
                    <a:pt x="26765" y="26779"/>
                  </a:lnTo>
                  <a:lnTo>
                    <a:pt x="55828" y="7184"/>
                  </a:lnTo>
                  <a:lnTo>
                    <a:pt x="91439" y="0"/>
                  </a:lnTo>
                  <a:lnTo>
                    <a:pt x="4041648" y="0"/>
                  </a:lnTo>
                  <a:lnTo>
                    <a:pt x="4077259" y="7184"/>
                  </a:lnTo>
                  <a:lnTo>
                    <a:pt x="4106322" y="26779"/>
                  </a:lnTo>
                  <a:lnTo>
                    <a:pt x="4125908" y="55844"/>
                  </a:lnTo>
                  <a:lnTo>
                    <a:pt x="4133088" y="91440"/>
                  </a:lnTo>
                  <a:lnTo>
                    <a:pt x="4133088" y="777240"/>
                  </a:lnTo>
                  <a:lnTo>
                    <a:pt x="4125908" y="812835"/>
                  </a:lnTo>
                  <a:lnTo>
                    <a:pt x="4106322" y="841900"/>
                  </a:lnTo>
                  <a:lnTo>
                    <a:pt x="4077259" y="861495"/>
                  </a:lnTo>
                  <a:lnTo>
                    <a:pt x="4041648" y="868680"/>
                  </a:lnTo>
                  <a:lnTo>
                    <a:pt x="91439" y="868680"/>
                  </a:lnTo>
                  <a:lnTo>
                    <a:pt x="55828" y="861495"/>
                  </a:lnTo>
                  <a:lnTo>
                    <a:pt x="26765" y="841900"/>
                  </a:lnTo>
                  <a:lnTo>
                    <a:pt x="7179" y="812835"/>
                  </a:lnTo>
                  <a:lnTo>
                    <a:pt x="0" y="777240"/>
                  </a:lnTo>
                  <a:lnTo>
                    <a:pt x="0" y="9144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18557" y="3957015"/>
            <a:ext cx="3364865" cy="616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266F0"/>
                </a:solidFill>
                <a:latin typeface="Arial"/>
                <a:cs typeface="Arial"/>
              </a:rPr>
              <a:t>Requests</a:t>
            </a:r>
            <a:r>
              <a:rPr sz="1100" b="1" spc="-4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266F0"/>
                </a:solidFill>
                <a:latin typeface="Arial"/>
                <a:cs typeface="Arial"/>
              </a:rPr>
              <a:t>(opsional)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120"/>
              </a:lnSpc>
              <a:spcBef>
                <a:spcPts val="113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Rekomendasi</a:t>
            </a:r>
            <a:r>
              <a:rPr sz="95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untuk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validasi</a:t>
            </a:r>
            <a:r>
              <a:rPr sz="95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kompleks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atau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dipakai</a:t>
            </a:r>
            <a:r>
              <a:rPr sz="95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ulang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banyak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endpoint.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761484" y="1167638"/>
            <a:ext cx="370840" cy="3314700"/>
            <a:chOff x="4761484" y="1167638"/>
            <a:chExt cx="370840" cy="3314700"/>
          </a:xfrm>
        </p:grpSpPr>
        <p:sp>
          <p:nvSpPr>
            <p:cNvPr id="37" name="object 37"/>
            <p:cNvSpPr/>
            <p:nvPr/>
          </p:nvSpPr>
          <p:spPr>
            <a:xfrm>
              <a:off x="4768088" y="2162302"/>
              <a:ext cx="358140" cy="357505"/>
            </a:xfrm>
            <a:custGeom>
              <a:avLst/>
              <a:gdLst/>
              <a:ahLst/>
              <a:cxnLst/>
              <a:rect l="l" t="t" r="r" b="b"/>
              <a:pathLst>
                <a:path w="358139" h="357505">
                  <a:moveTo>
                    <a:pt x="145161" y="67183"/>
                  </a:moveTo>
                  <a:lnTo>
                    <a:pt x="99291" y="74583"/>
                  </a:lnTo>
                  <a:lnTo>
                    <a:pt x="59445" y="95175"/>
                  </a:lnTo>
                  <a:lnTo>
                    <a:pt x="28017" y="126545"/>
                  </a:lnTo>
                  <a:lnTo>
                    <a:pt x="7403" y="166279"/>
                  </a:lnTo>
                  <a:lnTo>
                    <a:pt x="123" y="211200"/>
                  </a:lnTo>
                  <a:lnTo>
                    <a:pt x="0" y="211962"/>
                  </a:lnTo>
                  <a:lnTo>
                    <a:pt x="7403" y="257894"/>
                  </a:lnTo>
                  <a:lnTo>
                    <a:pt x="28017" y="297778"/>
                  </a:lnTo>
                  <a:lnTo>
                    <a:pt x="59445" y="329225"/>
                  </a:lnTo>
                  <a:lnTo>
                    <a:pt x="99291" y="349846"/>
                  </a:lnTo>
                  <a:lnTo>
                    <a:pt x="145161" y="357250"/>
                  </a:lnTo>
                  <a:lnTo>
                    <a:pt x="190844" y="349846"/>
                  </a:lnTo>
                  <a:lnTo>
                    <a:pt x="196398" y="346964"/>
                  </a:lnTo>
                  <a:lnTo>
                    <a:pt x="144399" y="346964"/>
                  </a:lnTo>
                  <a:lnTo>
                    <a:pt x="101966" y="340080"/>
                  </a:lnTo>
                  <a:lnTo>
                    <a:pt x="65027" y="320913"/>
                  </a:lnTo>
                  <a:lnTo>
                    <a:pt x="35841" y="291688"/>
                  </a:lnTo>
                  <a:lnTo>
                    <a:pt x="16671" y="254629"/>
                  </a:lnTo>
                  <a:lnTo>
                    <a:pt x="9778" y="211962"/>
                  </a:lnTo>
                  <a:lnTo>
                    <a:pt x="16671" y="169543"/>
                  </a:lnTo>
                  <a:lnTo>
                    <a:pt x="35717" y="132873"/>
                  </a:lnTo>
                  <a:lnTo>
                    <a:pt x="35841" y="132635"/>
                  </a:lnTo>
                  <a:lnTo>
                    <a:pt x="65027" y="103487"/>
                  </a:lnTo>
                  <a:lnTo>
                    <a:pt x="101966" y="84349"/>
                  </a:lnTo>
                  <a:lnTo>
                    <a:pt x="144399" y="77470"/>
                  </a:lnTo>
                  <a:lnTo>
                    <a:pt x="199344" y="77470"/>
                  </a:lnTo>
                  <a:lnTo>
                    <a:pt x="173045" y="69804"/>
                  </a:lnTo>
                  <a:lnTo>
                    <a:pt x="145161" y="67183"/>
                  </a:lnTo>
                  <a:close/>
                </a:path>
                <a:path w="358139" h="357505">
                  <a:moveTo>
                    <a:pt x="256644" y="120142"/>
                  </a:moveTo>
                  <a:lnTo>
                    <a:pt x="243839" y="120142"/>
                  </a:lnTo>
                  <a:lnTo>
                    <a:pt x="258825" y="139954"/>
                  </a:lnTo>
                  <a:lnTo>
                    <a:pt x="270001" y="162147"/>
                  </a:lnTo>
                  <a:lnTo>
                    <a:pt x="276987" y="186293"/>
                  </a:lnTo>
                  <a:lnTo>
                    <a:pt x="279232" y="210185"/>
                  </a:lnTo>
                  <a:lnTo>
                    <a:pt x="279328" y="211200"/>
                  </a:lnTo>
                  <a:lnTo>
                    <a:pt x="279400" y="211962"/>
                  </a:lnTo>
                  <a:lnTo>
                    <a:pt x="272516" y="254629"/>
                  </a:lnTo>
                  <a:lnTo>
                    <a:pt x="253349" y="291688"/>
                  </a:lnTo>
                  <a:lnTo>
                    <a:pt x="224124" y="320913"/>
                  </a:lnTo>
                  <a:lnTo>
                    <a:pt x="187065" y="340080"/>
                  </a:lnTo>
                  <a:lnTo>
                    <a:pt x="144399" y="346964"/>
                  </a:lnTo>
                  <a:lnTo>
                    <a:pt x="196398" y="346964"/>
                  </a:lnTo>
                  <a:lnTo>
                    <a:pt x="230578" y="329225"/>
                  </a:lnTo>
                  <a:lnTo>
                    <a:pt x="261948" y="297778"/>
                  </a:lnTo>
                  <a:lnTo>
                    <a:pt x="282540" y="257894"/>
                  </a:lnTo>
                  <a:lnTo>
                    <a:pt x="289940" y="211962"/>
                  </a:lnTo>
                  <a:lnTo>
                    <a:pt x="287523" y="186293"/>
                  </a:lnTo>
                  <a:lnTo>
                    <a:pt x="287427" y="185273"/>
                  </a:lnTo>
                  <a:lnTo>
                    <a:pt x="287321" y="184151"/>
                  </a:lnTo>
                  <a:lnTo>
                    <a:pt x="279852" y="158515"/>
                  </a:lnTo>
                  <a:lnTo>
                    <a:pt x="279749" y="158162"/>
                  </a:lnTo>
                  <a:lnTo>
                    <a:pt x="267652" y="134435"/>
                  </a:lnTo>
                  <a:lnTo>
                    <a:pt x="256644" y="120142"/>
                  </a:lnTo>
                  <a:close/>
                </a:path>
                <a:path w="358139" h="357505">
                  <a:moveTo>
                    <a:pt x="144779" y="100075"/>
                  </a:moveTo>
                  <a:lnTo>
                    <a:pt x="101532" y="108890"/>
                  </a:lnTo>
                  <a:lnTo>
                    <a:pt x="66071" y="132873"/>
                  </a:lnTo>
                  <a:lnTo>
                    <a:pt x="42214" y="168148"/>
                  </a:lnTo>
                  <a:lnTo>
                    <a:pt x="42088" y="168334"/>
                  </a:lnTo>
                  <a:lnTo>
                    <a:pt x="33351" y="211200"/>
                  </a:lnTo>
                  <a:lnTo>
                    <a:pt x="33351" y="211962"/>
                  </a:lnTo>
                  <a:lnTo>
                    <a:pt x="42000" y="254629"/>
                  </a:lnTo>
                  <a:lnTo>
                    <a:pt x="42088" y="255063"/>
                  </a:lnTo>
                  <a:lnTo>
                    <a:pt x="66071" y="290544"/>
                  </a:lnTo>
                  <a:lnTo>
                    <a:pt x="101532" y="314452"/>
                  </a:lnTo>
                  <a:lnTo>
                    <a:pt x="144779" y="323215"/>
                  </a:lnTo>
                  <a:lnTo>
                    <a:pt x="188188" y="314452"/>
                  </a:lnTo>
                  <a:lnTo>
                    <a:pt x="191577" y="312166"/>
                  </a:lnTo>
                  <a:lnTo>
                    <a:pt x="144779" y="312166"/>
                  </a:lnTo>
                  <a:lnTo>
                    <a:pt x="105537" y="304212"/>
                  </a:lnTo>
                  <a:lnTo>
                    <a:pt x="73437" y="282543"/>
                  </a:lnTo>
                  <a:lnTo>
                    <a:pt x="51768" y="250444"/>
                  </a:lnTo>
                  <a:lnTo>
                    <a:pt x="43969" y="211962"/>
                  </a:lnTo>
                  <a:lnTo>
                    <a:pt x="43892" y="211581"/>
                  </a:lnTo>
                  <a:lnTo>
                    <a:pt x="51768" y="171811"/>
                  </a:lnTo>
                  <a:lnTo>
                    <a:pt x="73437" y="139636"/>
                  </a:lnTo>
                  <a:lnTo>
                    <a:pt x="105537" y="117939"/>
                  </a:lnTo>
                  <a:lnTo>
                    <a:pt x="144750" y="109987"/>
                  </a:lnTo>
                  <a:lnTo>
                    <a:pt x="191107" y="109987"/>
                  </a:lnTo>
                  <a:lnTo>
                    <a:pt x="176307" y="104536"/>
                  </a:lnTo>
                  <a:lnTo>
                    <a:pt x="160793" y="101205"/>
                  </a:lnTo>
                  <a:lnTo>
                    <a:pt x="144779" y="100075"/>
                  </a:lnTo>
                  <a:close/>
                </a:path>
                <a:path w="358139" h="357505">
                  <a:moveTo>
                    <a:pt x="232664" y="143637"/>
                  </a:moveTo>
                  <a:lnTo>
                    <a:pt x="220090" y="143637"/>
                  </a:lnTo>
                  <a:lnTo>
                    <a:pt x="231338" y="158515"/>
                  </a:lnTo>
                  <a:lnTo>
                    <a:pt x="239490" y="175037"/>
                  </a:lnTo>
                  <a:lnTo>
                    <a:pt x="244354" y="192405"/>
                  </a:lnTo>
                  <a:lnTo>
                    <a:pt x="244451" y="192750"/>
                  </a:lnTo>
                  <a:lnTo>
                    <a:pt x="246033" y="210185"/>
                  </a:lnTo>
                  <a:lnTo>
                    <a:pt x="238166" y="250444"/>
                  </a:lnTo>
                  <a:lnTo>
                    <a:pt x="216455" y="282543"/>
                  </a:lnTo>
                  <a:lnTo>
                    <a:pt x="184243" y="304212"/>
                  </a:lnTo>
                  <a:lnTo>
                    <a:pt x="144779" y="312166"/>
                  </a:lnTo>
                  <a:lnTo>
                    <a:pt x="191577" y="312166"/>
                  </a:lnTo>
                  <a:lnTo>
                    <a:pt x="223631" y="290544"/>
                  </a:lnTo>
                  <a:lnTo>
                    <a:pt x="247524" y="255063"/>
                  </a:lnTo>
                  <a:lnTo>
                    <a:pt x="256209" y="211962"/>
                  </a:lnTo>
                  <a:lnTo>
                    <a:pt x="256158" y="210185"/>
                  </a:lnTo>
                  <a:lnTo>
                    <a:pt x="254402" y="190976"/>
                  </a:lnTo>
                  <a:lnTo>
                    <a:pt x="248978" y="171811"/>
                  </a:lnTo>
                  <a:lnTo>
                    <a:pt x="248912" y="171577"/>
                  </a:lnTo>
                  <a:lnTo>
                    <a:pt x="248840" y="171323"/>
                  </a:lnTo>
                  <a:lnTo>
                    <a:pt x="239730" y="153003"/>
                  </a:lnTo>
                  <a:lnTo>
                    <a:pt x="232664" y="143637"/>
                  </a:lnTo>
                  <a:close/>
                </a:path>
                <a:path w="358139" h="357505">
                  <a:moveTo>
                    <a:pt x="144779" y="133731"/>
                  </a:moveTo>
                  <a:lnTo>
                    <a:pt x="114055" y="139954"/>
                  </a:lnTo>
                  <a:lnTo>
                    <a:pt x="114445" y="139954"/>
                  </a:lnTo>
                  <a:lnTo>
                    <a:pt x="89852" y="156511"/>
                  </a:lnTo>
                  <a:lnTo>
                    <a:pt x="73092" y="181254"/>
                  </a:lnTo>
                  <a:lnTo>
                    <a:pt x="67006" y="211200"/>
                  </a:lnTo>
                  <a:lnTo>
                    <a:pt x="67006" y="211962"/>
                  </a:lnTo>
                  <a:lnTo>
                    <a:pt x="73092" y="241982"/>
                  </a:lnTo>
                  <a:lnTo>
                    <a:pt x="89852" y="266763"/>
                  </a:lnTo>
                  <a:lnTo>
                    <a:pt x="114613" y="283448"/>
                  </a:lnTo>
                  <a:lnTo>
                    <a:pt x="144779" y="289560"/>
                  </a:lnTo>
                  <a:lnTo>
                    <a:pt x="175220" y="283448"/>
                  </a:lnTo>
                  <a:lnTo>
                    <a:pt x="181443" y="279273"/>
                  </a:lnTo>
                  <a:lnTo>
                    <a:pt x="144399" y="279273"/>
                  </a:lnTo>
                  <a:lnTo>
                    <a:pt x="118016" y="273964"/>
                  </a:lnTo>
                  <a:lnTo>
                    <a:pt x="96504" y="259476"/>
                  </a:lnTo>
                  <a:lnTo>
                    <a:pt x="82016" y="237964"/>
                  </a:lnTo>
                  <a:lnTo>
                    <a:pt x="76784" y="211962"/>
                  </a:lnTo>
                  <a:lnTo>
                    <a:pt x="76784" y="211200"/>
                  </a:lnTo>
                  <a:lnTo>
                    <a:pt x="82016" y="185273"/>
                  </a:lnTo>
                  <a:lnTo>
                    <a:pt x="96504" y="163798"/>
                  </a:lnTo>
                  <a:lnTo>
                    <a:pt x="118016" y="149324"/>
                  </a:lnTo>
                  <a:lnTo>
                    <a:pt x="144399" y="144018"/>
                  </a:lnTo>
                  <a:lnTo>
                    <a:pt x="183007" y="144018"/>
                  </a:lnTo>
                  <a:lnTo>
                    <a:pt x="181863" y="143256"/>
                  </a:lnTo>
                  <a:lnTo>
                    <a:pt x="173051" y="139195"/>
                  </a:lnTo>
                  <a:lnTo>
                    <a:pt x="163845" y="136207"/>
                  </a:lnTo>
                  <a:lnTo>
                    <a:pt x="154755" y="134435"/>
                  </a:lnTo>
                  <a:lnTo>
                    <a:pt x="155495" y="134435"/>
                  </a:lnTo>
                  <a:lnTo>
                    <a:pt x="144779" y="133731"/>
                  </a:lnTo>
                  <a:close/>
                </a:path>
                <a:path w="358139" h="357505">
                  <a:moveTo>
                    <a:pt x="209084" y="167767"/>
                  </a:moveTo>
                  <a:lnTo>
                    <a:pt x="195834" y="167767"/>
                  </a:lnTo>
                  <a:lnTo>
                    <a:pt x="202820" y="177470"/>
                  </a:lnTo>
                  <a:lnTo>
                    <a:pt x="207914" y="188245"/>
                  </a:lnTo>
                  <a:lnTo>
                    <a:pt x="211032" y="199735"/>
                  </a:lnTo>
                  <a:lnTo>
                    <a:pt x="211965" y="210185"/>
                  </a:lnTo>
                  <a:lnTo>
                    <a:pt x="212013" y="211962"/>
                  </a:lnTo>
                  <a:lnTo>
                    <a:pt x="206781" y="237964"/>
                  </a:lnTo>
                  <a:lnTo>
                    <a:pt x="192293" y="259476"/>
                  </a:lnTo>
                  <a:lnTo>
                    <a:pt x="170781" y="273964"/>
                  </a:lnTo>
                  <a:lnTo>
                    <a:pt x="144399" y="279273"/>
                  </a:lnTo>
                  <a:lnTo>
                    <a:pt x="181443" y="279273"/>
                  </a:lnTo>
                  <a:lnTo>
                    <a:pt x="200088" y="266763"/>
                  </a:lnTo>
                  <a:lnTo>
                    <a:pt x="216860" y="241982"/>
                  </a:lnTo>
                  <a:lnTo>
                    <a:pt x="222934" y="211962"/>
                  </a:lnTo>
                  <a:lnTo>
                    <a:pt x="222886" y="210185"/>
                  </a:lnTo>
                  <a:lnTo>
                    <a:pt x="221951" y="199735"/>
                  </a:lnTo>
                  <a:lnTo>
                    <a:pt x="221861" y="198735"/>
                  </a:lnTo>
                  <a:lnTo>
                    <a:pt x="221759" y="197600"/>
                  </a:lnTo>
                  <a:lnTo>
                    <a:pt x="218121" y="184404"/>
                  </a:lnTo>
                  <a:lnTo>
                    <a:pt x="218052" y="184151"/>
                  </a:lnTo>
                  <a:lnTo>
                    <a:pt x="212052" y="171811"/>
                  </a:lnTo>
                  <a:lnTo>
                    <a:pt x="211938" y="171577"/>
                  </a:lnTo>
                  <a:lnTo>
                    <a:pt x="209084" y="167767"/>
                  </a:lnTo>
                  <a:close/>
                </a:path>
                <a:path w="358139" h="357505">
                  <a:moveTo>
                    <a:pt x="146685" y="167386"/>
                  </a:moveTo>
                  <a:lnTo>
                    <a:pt x="144399" y="167386"/>
                  </a:lnTo>
                  <a:lnTo>
                    <a:pt x="127152" y="170844"/>
                  </a:lnTo>
                  <a:lnTo>
                    <a:pt x="113109" y="180292"/>
                  </a:lnTo>
                  <a:lnTo>
                    <a:pt x="103661" y="194335"/>
                  </a:lnTo>
                  <a:lnTo>
                    <a:pt x="100279" y="211200"/>
                  </a:lnTo>
                  <a:lnTo>
                    <a:pt x="100278" y="211962"/>
                  </a:lnTo>
                  <a:lnTo>
                    <a:pt x="103661" y="228961"/>
                  </a:lnTo>
                  <a:lnTo>
                    <a:pt x="113109" y="243173"/>
                  </a:lnTo>
                  <a:lnTo>
                    <a:pt x="127152" y="252765"/>
                  </a:lnTo>
                  <a:lnTo>
                    <a:pt x="144399" y="256286"/>
                  </a:lnTo>
                  <a:lnTo>
                    <a:pt x="161778" y="252765"/>
                  </a:lnTo>
                  <a:lnTo>
                    <a:pt x="171803" y="245999"/>
                  </a:lnTo>
                  <a:lnTo>
                    <a:pt x="144399" y="245999"/>
                  </a:lnTo>
                  <a:lnTo>
                    <a:pt x="131097" y="243341"/>
                  </a:lnTo>
                  <a:lnTo>
                    <a:pt x="120284" y="236077"/>
                  </a:lnTo>
                  <a:lnTo>
                    <a:pt x="113020" y="225264"/>
                  </a:lnTo>
                  <a:lnTo>
                    <a:pt x="110362" y="211962"/>
                  </a:lnTo>
                  <a:lnTo>
                    <a:pt x="113020" y="198735"/>
                  </a:lnTo>
                  <a:lnTo>
                    <a:pt x="120284" y="187960"/>
                  </a:lnTo>
                  <a:lnTo>
                    <a:pt x="131097" y="180709"/>
                  </a:lnTo>
                  <a:lnTo>
                    <a:pt x="144399" y="178054"/>
                  </a:lnTo>
                  <a:lnTo>
                    <a:pt x="154903" y="178054"/>
                  </a:lnTo>
                  <a:lnTo>
                    <a:pt x="156210" y="177037"/>
                  </a:lnTo>
                  <a:lnTo>
                    <a:pt x="156845" y="174244"/>
                  </a:lnTo>
                  <a:lnTo>
                    <a:pt x="157192" y="171811"/>
                  </a:lnTo>
                  <a:lnTo>
                    <a:pt x="157225" y="171577"/>
                  </a:lnTo>
                  <a:lnTo>
                    <a:pt x="155321" y="168529"/>
                  </a:lnTo>
                  <a:lnTo>
                    <a:pt x="152400" y="168148"/>
                  </a:lnTo>
                  <a:lnTo>
                    <a:pt x="149733" y="167767"/>
                  </a:lnTo>
                  <a:lnTo>
                    <a:pt x="146685" y="167386"/>
                  </a:lnTo>
                  <a:close/>
                </a:path>
                <a:path w="358139" h="357505">
                  <a:moveTo>
                    <a:pt x="184493" y="192405"/>
                  </a:moveTo>
                  <a:lnTo>
                    <a:pt x="171958" y="192405"/>
                  </a:lnTo>
                  <a:lnTo>
                    <a:pt x="176149" y="197993"/>
                  </a:lnTo>
                  <a:lnTo>
                    <a:pt x="178435" y="205231"/>
                  </a:lnTo>
                  <a:lnTo>
                    <a:pt x="178435" y="211962"/>
                  </a:lnTo>
                  <a:lnTo>
                    <a:pt x="175777" y="225264"/>
                  </a:lnTo>
                  <a:lnTo>
                    <a:pt x="168513" y="236077"/>
                  </a:lnTo>
                  <a:lnTo>
                    <a:pt x="157700" y="243341"/>
                  </a:lnTo>
                  <a:lnTo>
                    <a:pt x="144399" y="245999"/>
                  </a:lnTo>
                  <a:lnTo>
                    <a:pt x="171803" y="245999"/>
                  </a:lnTo>
                  <a:lnTo>
                    <a:pt x="175990" y="243173"/>
                  </a:lnTo>
                  <a:lnTo>
                    <a:pt x="185582" y="228961"/>
                  </a:lnTo>
                  <a:lnTo>
                    <a:pt x="189025" y="211962"/>
                  </a:lnTo>
                  <a:lnTo>
                    <a:pt x="188982" y="210185"/>
                  </a:lnTo>
                  <a:lnTo>
                    <a:pt x="188554" y="205231"/>
                  </a:lnTo>
                  <a:lnTo>
                    <a:pt x="188471" y="204281"/>
                  </a:lnTo>
                  <a:lnTo>
                    <a:pt x="186836" y="197993"/>
                  </a:lnTo>
                  <a:lnTo>
                    <a:pt x="186734" y="197600"/>
                  </a:lnTo>
                  <a:lnTo>
                    <a:pt x="186626" y="197183"/>
                  </a:lnTo>
                  <a:lnTo>
                    <a:pt x="184493" y="192405"/>
                  </a:lnTo>
                  <a:close/>
                </a:path>
                <a:path w="358139" h="357505">
                  <a:moveTo>
                    <a:pt x="199227" y="77470"/>
                  </a:moveTo>
                  <a:lnTo>
                    <a:pt x="144399" y="77470"/>
                  </a:lnTo>
                  <a:lnTo>
                    <a:pt x="170350" y="79942"/>
                  </a:lnTo>
                  <a:lnTo>
                    <a:pt x="194563" y="87058"/>
                  </a:lnTo>
                  <a:lnTo>
                    <a:pt x="216586" y="98365"/>
                  </a:lnTo>
                  <a:lnTo>
                    <a:pt x="235965" y="113411"/>
                  </a:lnTo>
                  <a:lnTo>
                    <a:pt x="138684" y="210185"/>
                  </a:lnTo>
                  <a:lnTo>
                    <a:pt x="138684" y="213487"/>
                  </a:lnTo>
                  <a:lnTo>
                    <a:pt x="140588" y="215773"/>
                  </a:lnTo>
                  <a:lnTo>
                    <a:pt x="141732" y="216916"/>
                  </a:lnTo>
                  <a:lnTo>
                    <a:pt x="143256" y="217297"/>
                  </a:lnTo>
                  <a:lnTo>
                    <a:pt x="145923" y="217297"/>
                  </a:lnTo>
                  <a:lnTo>
                    <a:pt x="147447" y="216916"/>
                  </a:lnTo>
                  <a:lnTo>
                    <a:pt x="148209" y="215773"/>
                  </a:lnTo>
                  <a:lnTo>
                    <a:pt x="171958" y="192405"/>
                  </a:lnTo>
                  <a:lnTo>
                    <a:pt x="184493" y="192405"/>
                  </a:lnTo>
                  <a:lnTo>
                    <a:pt x="183638" y="190490"/>
                  </a:lnTo>
                  <a:lnTo>
                    <a:pt x="179577" y="184404"/>
                  </a:lnTo>
                  <a:lnTo>
                    <a:pt x="195834" y="167767"/>
                  </a:lnTo>
                  <a:lnTo>
                    <a:pt x="209084" y="167767"/>
                  </a:lnTo>
                  <a:lnTo>
                    <a:pt x="203453" y="160274"/>
                  </a:lnTo>
                  <a:lnTo>
                    <a:pt x="220090" y="143637"/>
                  </a:lnTo>
                  <a:lnTo>
                    <a:pt x="232664" y="143637"/>
                  </a:lnTo>
                  <a:lnTo>
                    <a:pt x="227202" y="136398"/>
                  </a:lnTo>
                  <a:lnTo>
                    <a:pt x="243839" y="120142"/>
                  </a:lnTo>
                  <a:lnTo>
                    <a:pt x="256644" y="120142"/>
                  </a:lnTo>
                  <a:lnTo>
                    <a:pt x="251460" y="113411"/>
                  </a:lnTo>
                  <a:lnTo>
                    <a:pt x="259009" y="105791"/>
                  </a:lnTo>
                  <a:lnTo>
                    <a:pt x="243839" y="105791"/>
                  </a:lnTo>
                  <a:lnTo>
                    <a:pt x="222813" y="89525"/>
                  </a:lnTo>
                  <a:lnTo>
                    <a:pt x="199227" y="77470"/>
                  </a:lnTo>
                  <a:close/>
                </a:path>
                <a:path w="358139" h="357505">
                  <a:moveTo>
                    <a:pt x="154903" y="178054"/>
                  </a:moveTo>
                  <a:lnTo>
                    <a:pt x="148589" y="178054"/>
                  </a:lnTo>
                  <a:lnTo>
                    <a:pt x="150875" y="178816"/>
                  </a:lnTo>
                  <a:lnTo>
                    <a:pt x="153924" y="178816"/>
                  </a:lnTo>
                  <a:lnTo>
                    <a:pt x="154903" y="178054"/>
                  </a:lnTo>
                  <a:close/>
                </a:path>
                <a:path w="358139" h="357505">
                  <a:moveTo>
                    <a:pt x="183007" y="144018"/>
                  </a:moveTo>
                  <a:lnTo>
                    <a:pt x="144399" y="144018"/>
                  </a:lnTo>
                  <a:lnTo>
                    <a:pt x="152812" y="144557"/>
                  </a:lnTo>
                  <a:lnTo>
                    <a:pt x="161035" y="146145"/>
                  </a:lnTo>
                  <a:lnTo>
                    <a:pt x="168973" y="148732"/>
                  </a:lnTo>
                  <a:lnTo>
                    <a:pt x="176529" y="152273"/>
                  </a:lnTo>
                  <a:lnTo>
                    <a:pt x="177545" y="152781"/>
                  </a:lnTo>
                  <a:lnTo>
                    <a:pt x="180721" y="152781"/>
                  </a:lnTo>
                  <a:lnTo>
                    <a:pt x="182752" y="152019"/>
                  </a:lnTo>
                  <a:lnTo>
                    <a:pt x="183769" y="150368"/>
                  </a:lnTo>
                  <a:lnTo>
                    <a:pt x="185292" y="147700"/>
                  </a:lnTo>
                  <a:lnTo>
                    <a:pt x="184150" y="144780"/>
                  </a:lnTo>
                  <a:lnTo>
                    <a:pt x="183007" y="144018"/>
                  </a:lnTo>
                  <a:close/>
                </a:path>
                <a:path w="358139" h="357505">
                  <a:moveTo>
                    <a:pt x="191107" y="109987"/>
                  </a:moveTo>
                  <a:lnTo>
                    <a:pt x="144863" y="109987"/>
                  </a:lnTo>
                  <a:lnTo>
                    <a:pt x="159365" y="111021"/>
                  </a:lnTo>
                  <a:lnTo>
                    <a:pt x="173450" y="114109"/>
                  </a:lnTo>
                  <a:lnTo>
                    <a:pt x="186820" y="119197"/>
                  </a:lnTo>
                  <a:lnTo>
                    <a:pt x="199262" y="126237"/>
                  </a:lnTo>
                  <a:lnTo>
                    <a:pt x="200025" y="126746"/>
                  </a:lnTo>
                  <a:lnTo>
                    <a:pt x="201040" y="127000"/>
                  </a:lnTo>
                  <a:lnTo>
                    <a:pt x="203708" y="127000"/>
                  </a:lnTo>
                  <a:lnTo>
                    <a:pt x="205232" y="126237"/>
                  </a:lnTo>
                  <a:lnTo>
                    <a:pt x="205405" y="126237"/>
                  </a:lnTo>
                  <a:lnTo>
                    <a:pt x="206375" y="124714"/>
                  </a:lnTo>
                  <a:lnTo>
                    <a:pt x="207899" y="122428"/>
                  </a:lnTo>
                  <a:lnTo>
                    <a:pt x="207181" y="119197"/>
                  </a:lnTo>
                  <a:lnTo>
                    <a:pt x="207137" y="118999"/>
                  </a:lnTo>
                  <a:lnTo>
                    <a:pt x="204977" y="117475"/>
                  </a:lnTo>
                  <a:lnTo>
                    <a:pt x="191107" y="109987"/>
                  </a:lnTo>
                  <a:close/>
                </a:path>
                <a:path w="358139" h="357505">
                  <a:moveTo>
                    <a:pt x="319532" y="0"/>
                  </a:moveTo>
                  <a:lnTo>
                    <a:pt x="316547" y="0"/>
                  </a:lnTo>
                  <a:lnTo>
                    <a:pt x="315595" y="381"/>
                  </a:lnTo>
                  <a:lnTo>
                    <a:pt x="257810" y="58166"/>
                  </a:lnTo>
                  <a:lnTo>
                    <a:pt x="257428" y="59690"/>
                  </a:lnTo>
                  <a:lnTo>
                    <a:pt x="257428" y="92202"/>
                  </a:lnTo>
                  <a:lnTo>
                    <a:pt x="243839" y="105791"/>
                  </a:lnTo>
                  <a:lnTo>
                    <a:pt x="259009" y="105791"/>
                  </a:lnTo>
                  <a:lnTo>
                    <a:pt x="265049" y="99695"/>
                  </a:lnTo>
                  <a:lnTo>
                    <a:pt x="297561" y="99695"/>
                  </a:lnTo>
                  <a:lnTo>
                    <a:pt x="299085" y="99314"/>
                  </a:lnTo>
                  <a:lnTo>
                    <a:pt x="309245" y="89154"/>
                  </a:lnTo>
                  <a:lnTo>
                    <a:pt x="274827" y="89154"/>
                  </a:lnTo>
                  <a:lnTo>
                    <a:pt x="282448" y="81534"/>
                  </a:lnTo>
                  <a:lnTo>
                    <a:pt x="267335" y="81534"/>
                  </a:lnTo>
                  <a:lnTo>
                    <a:pt x="267335" y="62611"/>
                  </a:lnTo>
                  <a:lnTo>
                    <a:pt x="312674" y="17272"/>
                  </a:lnTo>
                  <a:lnTo>
                    <a:pt x="323596" y="17272"/>
                  </a:lnTo>
                  <a:lnTo>
                    <a:pt x="323596" y="3302"/>
                  </a:lnTo>
                  <a:lnTo>
                    <a:pt x="322072" y="1016"/>
                  </a:lnTo>
                  <a:lnTo>
                    <a:pt x="319532" y="0"/>
                  </a:lnTo>
                  <a:close/>
                </a:path>
                <a:path w="358139" h="357505">
                  <a:moveTo>
                    <a:pt x="323596" y="17272"/>
                  </a:moveTo>
                  <a:lnTo>
                    <a:pt x="312674" y="17272"/>
                  </a:lnTo>
                  <a:lnTo>
                    <a:pt x="312674" y="41148"/>
                  </a:lnTo>
                  <a:lnTo>
                    <a:pt x="315340" y="43434"/>
                  </a:lnTo>
                  <a:lnTo>
                    <a:pt x="338709" y="43434"/>
                  </a:lnTo>
                  <a:lnTo>
                    <a:pt x="293750" y="89154"/>
                  </a:lnTo>
                  <a:lnTo>
                    <a:pt x="309245" y="89154"/>
                  </a:lnTo>
                  <a:lnTo>
                    <a:pt x="355726" y="42672"/>
                  </a:lnTo>
                  <a:lnTo>
                    <a:pt x="357250" y="40767"/>
                  </a:lnTo>
                  <a:lnTo>
                    <a:pt x="357632" y="38862"/>
                  </a:lnTo>
                  <a:lnTo>
                    <a:pt x="356870" y="36956"/>
                  </a:lnTo>
                  <a:lnTo>
                    <a:pt x="355726" y="35052"/>
                  </a:lnTo>
                  <a:lnTo>
                    <a:pt x="353822" y="33528"/>
                  </a:lnTo>
                  <a:lnTo>
                    <a:pt x="323596" y="33528"/>
                  </a:lnTo>
                  <a:lnTo>
                    <a:pt x="323596" y="17272"/>
                  </a:lnTo>
                  <a:close/>
                </a:path>
                <a:path w="358139" h="357505">
                  <a:moveTo>
                    <a:pt x="302767" y="49911"/>
                  </a:moveTo>
                  <a:lnTo>
                    <a:pt x="300100" y="49911"/>
                  </a:lnTo>
                  <a:lnTo>
                    <a:pt x="298703" y="50418"/>
                  </a:lnTo>
                  <a:lnTo>
                    <a:pt x="297561" y="51308"/>
                  </a:lnTo>
                  <a:lnTo>
                    <a:pt x="267335" y="81534"/>
                  </a:lnTo>
                  <a:lnTo>
                    <a:pt x="282448" y="81534"/>
                  </a:lnTo>
                  <a:lnTo>
                    <a:pt x="306959" y="57023"/>
                  </a:lnTo>
                  <a:lnTo>
                    <a:pt x="306959" y="53975"/>
                  </a:lnTo>
                  <a:lnTo>
                    <a:pt x="305053" y="51308"/>
                  </a:lnTo>
                  <a:lnTo>
                    <a:pt x="304164" y="50418"/>
                  </a:lnTo>
                  <a:lnTo>
                    <a:pt x="302767" y="49911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1484" y="3138551"/>
              <a:ext cx="370839" cy="37058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767199" y="1167637"/>
              <a:ext cx="356235" cy="3314700"/>
            </a:xfrm>
            <a:custGeom>
              <a:avLst/>
              <a:gdLst/>
              <a:ahLst/>
              <a:cxnLst/>
              <a:rect l="l" t="t" r="r" b="b"/>
              <a:pathLst>
                <a:path w="356235" h="3314700">
                  <a:moveTo>
                    <a:pt x="281686" y="277495"/>
                  </a:moveTo>
                  <a:lnTo>
                    <a:pt x="279527" y="275209"/>
                  </a:lnTo>
                  <a:lnTo>
                    <a:pt x="165608" y="275209"/>
                  </a:lnTo>
                  <a:lnTo>
                    <a:pt x="162560" y="275209"/>
                  </a:lnTo>
                  <a:lnTo>
                    <a:pt x="160274" y="277495"/>
                  </a:lnTo>
                  <a:lnTo>
                    <a:pt x="160274" y="283210"/>
                  </a:lnTo>
                  <a:lnTo>
                    <a:pt x="162560" y="285369"/>
                  </a:lnTo>
                  <a:lnTo>
                    <a:pt x="279527" y="285369"/>
                  </a:lnTo>
                  <a:lnTo>
                    <a:pt x="281686" y="283210"/>
                  </a:lnTo>
                  <a:lnTo>
                    <a:pt x="281686" y="277495"/>
                  </a:lnTo>
                  <a:close/>
                </a:path>
                <a:path w="356235" h="3314700">
                  <a:moveTo>
                    <a:pt x="296418" y="3165538"/>
                  </a:moveTo>
                  <a:lnTo>
                    <a:pt x="293370" y="3162516"/>
                  </a:lnTo>
                  <a:lnTo>
                    <a:pt x="291973" y="3161957"/>
                  </a:lnTo>
                  <a:lnTo>
                    <a:pt x="289052" y="3161957"/>
                  </a:lnTo>
                  <a:lnTo>
                    <a:pt x="287655" y="3162516"/>
                  </a:lnTo>
                  <a:lnTo>
                    <a:pt x="150749" y="3299383"/>
                  </a:lnTo>
                  <a:lnTo>
                    <a:pt x="142875" y="3302787"/>
                  </a:lnTo>
                  <a:lnTo>
                    <a:pt x="125857" y="3302787"/>
                  </a:lnTo>
                  <a:lnTo>
                    <a:pt x="117856" y="3299383"/>
                  </a:lnTo>
                  <a:lnTo>
                    <a:pt x="111506" y="3293351"/>
                  </a:lnTo>
                  <a:lnTo>
                    <a:pt x="14351" y="3195802"/>
                  </a:lnTo>
                  <a:lnTo>
                    <a:pt x="59309" y="3151187"/>
                  </a:lnTo>
                  <a:lnTo>
                    <a:pt x="76327" y="3168205"/>
                  </a:lnTo>
                  <a:lnTo>
                    <a:pt x="77724" y="3168739"/>
                  </a:lnTo>
                  <a:lnTo>
                    <a:pt x="80645" y="3168739"/>
                  </a:lnTo>
                  <a:lnTo>
                    <a:pt x="82042" y="3168205"/>
                  </a:lnTo>
                  <a:lnTo>
                    <a:pt x="85725" y="3164776"/>
                  </a:lnTo>
                  <a:lnTo>
                    <a:pt x="85725" y="3161385"/>
                  </a:lnTo>
                  <a:lnTo>
                    <a:pt x="83185" y="3159125"/>
                  </a:lnTo>
                  <a:lnTo>
                    <a:pt x="62357" y="3137941"/>
                  </a:lnTo>
                  <a:lnTo>
                    <a:pt x="60960" y="3137370"/>
                  </a:lnTo>
                  <a:lnTo>
                    <a:pt x="59563" y="3137370"/>
                  </a:lnTo>
                  <a:lnTo>
                    <a:pt x="58039" y="3137370"/>
                  </a:lnTo>
                  <a:lnTo>
                    <a:pt x="56642" y="3137941"/>
                  </a:lnTo>
                  <a:lnTo>
                    <a:pt x="0" y="3194659"/>
                  </a:lnTo>
                  <a:lnTo>
                    <a:pt x="0" y="3197669"/>
                  </a:lnTo>
                  <a:lnTo>
                    <a:pt x="103505" y="3301288"/>
                  </a:lnTo>
                  <a:lnTo>
                    <a:pt x="133731" y="3314115"/>
                  </a:lnTo>
                  <a:lnTo>
                    <a:pt x="142163" y="3313341"/>
                  </a:lnTo>
                  <a:lnTo>
                    <a:pt x="150190" y="3310966"/>
                  </a:lnTo>
                  <a:lnTo>
                    <a:pt x="157568" y="3306953"/>
                  </a:lnTo>
                  <a:lnTo>
                    <a:pt x="164084" y="3301288"/>
                  </a:lnTo>
                  <a:lnTo>
                    <a:pt x="296418" y="3169310"/>
                  </a:lnTo>
                  <a:lnTo>
                    <a:pt x="296418" y="3165538"/>
                  </a:lnTo>
                  <a:close/>
                </a:path>
                <a:path w="356235" h="3314700">
                  <a:moveTo>
                    <a:pt x="322834" y="63627"/>
                  </a:moveTo>
                  <a:lnTo>
                    <a:pt x="322453" y="60579"/>
                  </a:lnTo>
                  <a:lnTo>
                    <a:pt x="320675" y="58293"/>
                  </a:lnTo>
                  <a:lnTo>
                    <a:pt x="272288" y="58293"/>
                  </a:lnTo>
                  <a:lnTo>
                    <a:pt x="274320" y="46634"/>
                  </a:lnTo>
                  <a:lnTo>
                    <a:pt x="274358" y="46443"/>
                  </a:lnTo>
                  <a:lnTo>
                    <a:pt x="273354" y="36449"/>
                  </a:lnTo>
                  <a:lnTo>
                    <a:pt x="273278" y="35687"/>
                  </a:lnTo>
                  <a:lnTo>
                    <a:pt x="246214" y="3314"/>
                  </a:lnTo>
                  <a:lnTo>
                    <a:pt x="229362" y="0"/>
                  </a:lnTo>
                  <a:lnTo>
                    <a:pt x="220751" y="838"/>
                  </a:lnTo>
                  <a:lnTo>
                    <a:pt x="212432" y="3314"/>
                  </a:lnTo>
                  <a:lnTo>
                    <a:pt x="204635" y="7404"/>
                  </a:lnTo>
                  <a:lnTo>
                    <a:pt x="197612" y="13081"/>
                  </a:lnTo>
                  <a:lnTo>
                    <a:pt x="196469" y="13843"/>
                  </a:lnTo>
                  <a:lnTo>
                    <a:pt x="194564" y="15748"/>
                  </a:lnTo>
                  <a:lnTo>
                    <a:pt x="194564" y="19177"/>
                  </a:lnTo>
                  <a:lnTo>
                    <a:pt x="196850" y="20955"/>
                  </a:lnTo>
                  <a:lnTo>
                    <a:pt x="197739" y="21844"/>
                  </a:lnTo>
                  <a:lnTo>
                    <a:pt x="199009" y="22352"/>
                  </a:lnTo>
                  <a:lnTo>
                    <a:pt x="201676" y="22352"/>
                  </a:lnTo>
                  <a:lnTo>
                    <a:pt x="203073" y="21844"/>
                  </a:lnTo>
                  <a:lnTo>
                    <a:pt x="204089" y="20574"/>
                  </a:lnTo>
                  <a:lnTo>
                    <a:pt x="205232" y="19431"/>
                  </a:lnTo>
                  <a:lnTo>
                    <a:pt x="210667" y="15011"/>
                  </a:lnTo>
                  <a:lnTo>
                    <a:pt x="216738" y="11836"/>
                  </a:lnTo>
                  <a:lnTo>
                    <a:pt x="223215" y="9918"/>
                  </a:lnTo>
                  <a:lnTo>
                    <a:pt x="229870" y="9271"/>
                  </a:lnTo>
                  <a:lnTo>
                    <a:pt x="236575" y="9918"/>
                  </a:lnTo>
                  <a:lnTo>
                    <a:pt x="264756" y="43942"/>
                  </a:lnTo>
                  <a:lnTo>
                    <a:pt x="264820" y="44246"/>
                  </a:lnTo>
                  <a:lnTo>
                    <a:pt x="243052" y="76949"/>
                  </a:lnTo>
                  <a:lnTo>
                    <a:pt x="229870" y="79502"/>
                  </a:lnTo>
                  <a:lnTo>
                    <a:pt x="223215" y="78867"/>
                  </a:lnTo>
                  <a:lnTo>
                    <a:pt x="194932" y="46634"/>
                  </a:lnTo>
                  <a:lnTo>
                    <a:pt x="195707" y="38354"/>
                  </a:lnTo>
                  <a:lnTo>
                    <a:pt x="195973" y="36449"/>
                  </a:lnTo>
                  <a:lnTo>
                    <a:pt x="196088" y="35687"/>
                  </a:lnTo>
                  <a:lnTo>
                    <a:pt x="194183" y="32639"/>
                  </a:lnTo>
                  <a:lnTo>
                    <a:pt x="191262" y="32258"/>
                  </a:lnTo>
                  <a:lnTo>
                    <a:pt x="188087" y="32258"/>
                  </a:lnTo>
                  <a:lnTo>
                    <a:pt x="185547" y="34036"/>
                  </a:lnTo>
                  <a:lnTo>
                    <a:pt x="185280" y="35687"/>
                  </a:lnTo>
                  <a:lnTo>
                    <a:pt x="185166" y="36449"/>
                  </a:lnTo>
                  <a:lnTo>
                    <a:pt x="183642" y="43942"/>
                  </a:lnTo>
                  <a:lnTo>
                    <a:pt x="184404" y="51181"/>
                  </a:lnTo>
                  <a:lnTo>
                    <a:pt x="186690" y="58293"/>
                  </a:lnTo>
                  <a:lnTo>
                    <a:pt x="129794" y="58293"/>
                  </a:lnTo>
                  <a:lnTo>
                    <a:pt x="127127" y="60579"/>
                  </a:lnTo>
                  <a:lnTo>
                    <a:pt x="127127" y="66294"/>
                  </a:lnTo>
                  <a:lnTo>
                    <a:pt x="129794" y="68580"/>
                  </a:lnTo>
                  <a:lnTo>
                    <a:pt x="191262" y="68580"/>
                  </a:lnTo>
                  <a:lnTo>
                    <a:pt x="194183" y="73025"/>
                  </a:lnTo>
                  <a:lnTo>
                    <a:pt x="169672" y="97536"/>
                  </a:lnTo>
                  <a:lnTo>
                    <a:pt x="167894" y="99060"/>
                  </a:lnTo>
                  <a:lnTo>
                    <a:pt x="167894" y="102489"/>
                  </a:lnTo>
                  <a:lnTo>
                    <a:pt x="169672" y="104394"/>
                  </a:lnTo>
                  <a:lnTo>
                    <a:pt x="170434" y="105537"/>
                  </a:lnTo>
                  <a:lnTo>
                    <a:pt x="171958" y="105918"/>
                  </a:lnTo>
                  <a:lnTo>
                    <a:pt x="175006" y="105918"/>
                  </a:lnTo>
                  <a:lnTo>
                    <a:pt x="176149" y="105537"/>
                  </a:lnTo>
                  <a:lnTo>
                    <a:pt x="201803" y="79883"/>
                  </a:lnTo>
                  <a:lnTo>
                    <a:pt x="208051" y="84315"/>
                  </a:lnTo>
                  <a:lnTo>
                    <a:pt x="214909" y="87490"/>
                  </a:lnTo>
                  <a:lnTo>
                    <a:pt x="222186" y="89408"/>
                  </a:lnTo>
                  <a:lnTo>
                    <a:pt x="229743" y="90043"/>
                  </a:lnTo>
                  <a:lnTo>
                    <a:pt x="238239" y="89204"/>
                  </a:lnTo>
                  <a:lnTo>
                    <a:pt x="246595" y="86677"/>
                  </a:lnTo>
                  <a:lnTo>
                    <a:pt x="254520" y="82550"/>
                  </a:lnTo>
                  <a:lnTo>
                    <a:pt x="257886" y="79883"/>
                  </a:lnTo>
                  <a:lnTo>
                    <a:pt x="258368" y="79502"/>
                  </a:lnTo>
                  <a:lnTo>
                    <a:pt x="261594" y="76949"/>
                  </a:lnTo>
                  <a:lnTo>
                    <a:pt x="264363" y="73774"/>
                  </a:lnTo>
                  <a:lnTo>
                    <a:pt x="266319" y="71501"/>
                  </a:lnTo>
                  <a:lnTo>
                    <a:pt x="268224" y="68580"/>
                  </a:lnTo>
                  <a:lnTo>
                    <a:pt x="313055" y="68580"/>
                  </a:lnTo>
                  <a:lnTo>
                    <a:pt x="313055" y="337820"/>
                  </a:lnTo>
                  <a:lnTo>
                    <a:pt x="104140" y="337820"/>
                  </a:lnTo>
                  <a:lnTo>
                    <a:pt x="104140" y="329946"/>
                  </a:lnTo>
                  <a:lnTo>
                    <a:pt x="104140" y="284988"/>
                  </a:lnTo>
                  <a:lnTo>
                    <a:pt x="104140" y="277876"/>
                  </a:lnTo>
                  <a:lnTo>
                    <a:pt x="101854" y="275590"/>
                  </a:lnTo>
                  <a:lnTo>
                    <a:pt x="93853" y="275590"/>
                  </a:lnTo>
                  <a:lnTo>
                    <a:pt x="93853" y="284988"/>
                  </a:lnTo>
                  <a:lnTo>
                    <a:pt x="93853" y="329946"/>
                  </a:lnTo>
                  <a:lnTo>
                    <a:pt x="76200" y="311785"/>
                  </a:lnTo>
                  <a:lnTo>
                    <a:pt x="50546" y="284988"/>
                  </a:lnTo>
                  <a:lnTo>
                    <a:pt x="93853" y="284988"/>
                  </a:lnTo>
                  <a:lnTo>
                    <a:pt x="93853" y="275590"/>
                  </a:lnTo>
                  <a:lnTo>
                    <a:pt x="43815" y="275590"/>
                  </a:lnTo>
                  <a:lnTo>
                    <a:pt x="43815" y="68580"/>
                  </a:lnTo>
                  <a:lnTo>
                    <a:pt x="115062" y="68580"/>
                  </a:lnTo>
                  <a:lnTo>
                    <a:pt x="117348" y="66294"/>
                  </a:lnTo>
                  <a:lnTo>
                    <a:pt x="117348" y="60579"/>
                  </a:lnTo>
                  <a:lnTo>
                    <a:pt x="115062" y="58293"/>
                  </a:lnTo>
                  <a:lnTo>
                    <a:pt x="35814" y="58293"/>
                  </a:lnTo>
                  <a:lnTo>
                    <a:pt x="33147" y="60579"/>
                  </a:lnTo>
                  <a:lnTo>
                    <a:pt x="33147" y="281686"/>
                  </a:lnTo>
                  <a:lnTo>
                    <a:pt x="33909" y="283210"/>
                  </a:lnTo>
                  <a:lnTo>
                    <a:pt x="34671" y="284353"/>
                  </a:lnTo>
                  <a:lnTo>
                    <a:pt x="66802" y="317119"/>
                  </a:lnTo>
                  <a:lnTo>
                    <a:pt x="94996" y="346456"/>
                  </a:lnTo>
                  <a:lnTo>
                    <a:pt x="96139" y="347218"/>
                  </a:lnTo>
                  <a:lnTo>
                    <a:pt x="97282" y="347599"/>
                  </a:lnTo>
                  <a:lnTo>
                    <a:pt x="320675" y="347599"/>
                  </a:lnTo>
                  <a:lnTo>
                    <a:pt x="322834" y="345313"/>
                  </a:lnTo>
                  <a:lnTo>
                    <a:pt x="322834" y="337820"/>
                  </a:lnTo>
                  <a:lnTo>
                    <a:pt x="322834" y="68580"/>
                  </a:lnTo>
                  <a:lnTo>
                    <a:pt x="322834" y="63627"/>
                  </a:lnTo>
                  <a:close/>
                </a:path>
                <a:path w="356235" h="3314700">
                  <a:moveTo>
                    <a:pt x="356108" y="3106191"/>
                  </a:moveTo>
                  <a:lnTo>
                    <a:pt x="354584" y="3103168"/>
                  </a:lnTo>
                  <a:lnTo>
                    <a:pt x="300355" y="3049092"/>
                  </a:lnTo>
                  <a:lnTo>
                    <a:pt x="298958" y="3048520"/>
                  </a:lnTo>
                  <a:lnTo>
                    <a:pt x="297561" y="3048520"/>
                  </a:lnTo>
                  <a:lnTo>
                    <a:pt x="296037" y="3048520"/>
                  </a:lnTo>
                  <a:lnTo>
                    <a:pt x="294640" y="3049092"/>
                  </a:lnTo>
                  <a:lnTo>
                    <a:pt x="137541" y="3206369"/>
                  </a:lnTo>
                  <a:lnTo>
                    <a:pt x="136398" y="3207131"/>
                  </a:lnTo>
                  <a:lnTo>
                    <a:pt x="135255" y="3207512"/>
                  </a:lnTo>
                  <a:lnTo>
                    <a:pt x="132334" y="3207512"/>
                  </a:lnTo>
                  <a:lnTo>
                    <a:pt x="131191" y="3207131"/>
                  </a:lnTo>
                  <a:lnTo>
                    <a:pt x="130048" y="3206369"/>
                  </a:lnTo>
                  <a:lnTo>
                    <a:pt x="99060" y="3175000"/>
                  </a:lnTo>
                  <a:lnTo>
                    <a:pt x="97663" y="3173857"/>
                  </a:lnTo>
                  <a:lnTo>
                    <a:pt x="96266" y="3173285"/>
                  </a:lnTo>
                  <a:lnTo>
                    <a:pt x="93472" y="3173285"/>
                  </a:lnTo>
                  <a:lnTo>
                    <a:pt x="92075" y="3173857"/>
                  </a:lnTo>
                  <a:lnTo>
                    <a:pt x="88392" y="3177260"/>
                  </a:lnTo>
                  <a:lnTo>
                    <a:pt x="88392" y="3180651"/>
                  </a:lnTo>
                  <a:lnTo>
                    <a:pt x="90678" y="3183318"/>
                  </a:lnTo>
                  <a:lnTo>
                    <a:pt x="122047" y="3214306"/>
                  </a:lnTo>
                  <a:lnTo>
                    <a:pt x="125095" y="3217710"/>
                  </a:lnTo>
                  <a:lnTo>
                    <a:pt x="128905" y="3219234"/>
                  </a:lnTo>
                  <a:lnTo>
                    <a:pt x="137541" y="3219234"/>
                  </a:lnTo>
                  <a:lnTo>
                    <a:pt x="141732" y="3217329"/>
                  </a:lnTo>
                  <a:lnTo>
                    <a:pt x="296418" y="3062719"/>
                  </a:lnTo>
                  <a:lnTo>
                    <a:pt x="341376" y="3107334"/>
                  </a:lnTo>
                  <a:lnTo>
                    <a:pt x="301244" y="3147784"/>
                  </a:lnTo>
                  <a:lnTo>
                    <a:pt x="298704" y="3150044"/>
                  </a:lnTo>
                  <a:lnTo>
                    <a:pt x="298704" y="3153448"/>
                  </a:lnTo>
                  <a:lnTo>
                    <a:pt x="302387" y="3156851"/>
                  </a:lnTo>
                  <a:lnTo>
                    <a:pt x="303784" y="3157423"/>
                  </a:lnTo>
                  <a:lnTo>
                    <a:pt x="306705" y="3157423"/>
                  </a:lnTo>
                  <a:lnTo>
                    <a:pt x="308102" y="3156851"/>
                  </a:lnTo>
                  <a:lnTo>
                    <a:pt x="354584" y="3110344"/>
                  </a:lnTo>
                  <a:lnTo>
                    <a:pt x="354965" y="3108820"/>
                  </a:lnTo>
                  <a:lnTo>
                    <a:pt x="354965" y="3107715"/>
                  </a:lnTo>
                  <a:lnTo>
                    <a:pt x="356108" y="3106191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8512" y="1292733"/>
              <a:ext cx="172720" cy="792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Laravel</a:t>
            </a:r>
            <a:r>
              <a:rPr spc="-2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Route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dirty="0"/>
              <a:t>API</a:t>
            </a:r>
            <a:r>
              <a:rPr spc="-40" dirty="0"/>
              <a:t> </a:t>
            </a:r>
            <a:r>
              <a:rPr spc="-10" dirty="0"/>
              <a:t>Convention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Standarisasi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endpoint,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naming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route,</a:t>
            </a:r>
            <a:r>
              <a:rPr sz="1100" b="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dan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format</a:t>
            </a:r>
            <a:r>
              <a:rPr sz="1100" b="0" spc="-7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response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JSON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4297" y="1167257"/>
            <a:ext cx="3938270" cy="1560830"/>
            <a:chOff x="344297" y="1167257"/>
            <a:chExt cx="3938270" cy="1560830"/>
          </a:xfrm>
        </p:grpSpPr>
        <p:sp>
          <p:nvSpPr>
            <p:cNvPr id="6" name="object 6"/>
            <p:cNvSpPr/>
            <p:nvPr/>
          </p:nvSpPr>
          <p:spPr>
            <a:xfrm>
              <a:off x="347472" y="1170432"/>
              <a:ext cx="3931920" cy="1554480"/>
            </a:xfrm>
            <a:custGeom>
              <a:avLst/>
              <a:gdLst/>
              <a:ahLst/>
              <a:cxnLst/>
              <a:rect l="l" t="t" r="r" b="b"/>
              <a:pathLst>
                <a:path w="3931920" h="1554480">
                  <a:moveTo>
                    <a:pt x="3874642" y="0"/>
                  </a:moveTo>
                  <a:lnTo>
                    <a:pt x="57264" y="0"/>
                  </a:lnTo>
                  <a:lnTo>
                    <a:pt x="34975" y="4502"/>
                  </a:lnTo>
                  <a:lnTo>
                    <a:pt x="16773" y="16779"/>
                  </a:lnTo>
                  <a:lnTo>
                    <a:pt x="4500" y="34986"/>
                  </a:lnTo>
                  <a:lnTo>
                    <a:pt x="0" y="57276"/>
                  </a:lnTo>
                  <a:lnTo>
                    <a:pt x="0" y="1497202"/>
                  </a:lnTo>
                  <a:lnTo>
                    <a:pt x="4500" y="1519493"/>
                  </a:lnTo>
                  <a:lnTo>
                    <a:pt x="16773" y="1537700"/>
                  </a:lnTo>
                  <a:lnTo>
                    <a:pt x="34975" y="1549977"/>
                  </a:lnTo>
                  <a:lnTo>
                    <a:pt x="57264" y="1554479"/>
                  </a:lnTo>
                  <a:lnTo>
                    <a:pt x="3874642" y="1554479"/>
                  </a:lnTo>
                  <a:lnTo>
                    <a:pt x="3896933" y="1549977"/>
                  </a:lnTo>
                  <a:lnTo>
                    <a:pt x="3915140" y="1537700"/>
                  </a:lnTo>
                  <a:lnTo>
                    <a:pt x="3927417" y="1519493"/>
                  </a:lnTo>
                  <a:lnTo>
                    <a:pt x="3931919" y="1497202"/>
                  </a:lnTo>
                  <a:lnTo>
                    <a:pt x="3931919" y="57276"/>
                  </a:lnTo>
                  <a:lnTo>
                    <a:pt x="3927417" y="34986"/>
                  </a:lnTo>
                  <a:lnTo>
                    <a:pt x="3915140" y="16779"/>
                  </a:lnTo>
                  <a:lnTo>
                    <a:pt x="3896933" y="4502"/>
                  </a:lnTo>
                  <a:lnTo>
                    <a:pt x="3874642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7472" y="1170432"/>
              <a:ext cx="3931920" cy="1554480"/>
            </a:xfrm>
            <a:custGeom>
              <a:avLst/>
              <a:gdLst/>
              <a:ahLst/>
              <a:cxnLst/>
              <a:rect l="l" t="t" r="r" b="b"/>
              <a:pathLst>
                <a:path w="3931920" h="1554480">
                  <a:moveTo>
                    <a:pt x="0" y="57276"/>
                  </a:moveTo>
                  <a:lnTo>
                    <a:pt x="4500" y="34986"/>
                  </a:lnTo>
                  <a:lnTo>
                    <a:pt x="16773" y="16779"/>
                  </a:lnTo>
                  <a:lnTo>
                    <a:pt x="34975" y="4502"/>
                  </a:lnTo>
                  <a:lnTo>
                    <a:pt x="57264" y="0"/>
                  </a:lnTo>
                  <a:lnTo>
                    <a:pt x="3874642" y="0"/>
                  </a:lnTo>
                  <a:lnTo>
                    <a:pt x="3896933" y="4502"/>
                  </a:lnTo>
                  <a:lnTo>
                    <a:pt x="3915140" y="16779"/>
                  </a:lnTo>
                  <a:lnTo>
                    <a:pt x="3927417" y="34986"/>
                  </a:lnTo>
                  <a:lnTo>
                    <a:pt x="3931919" y="57276"/>
                  </a:lnTo>
                  <a:lnTo>
                    <a:pt x="3931919" y="1497202"/>
                  </a:lnTo>
                  <a:lnTo>
                    <a:pt x="3927417" y="1519493"/>
                  </a:lnTo>
                  <a:lnTo>
                    <a:pt x="3915140" y="1537700"/>
                  </a:lnTo>
                  <a:lnTo>
                    <a:pt x="3896933" y="1549977"/>
                  </a:lnTo>
                  <a:lnTo>
                    <a:pt x="3874642" y="1554479"/>
                  </a:lnTo>
                  <a:lnTo>
                    <a:pt x="57264" y="1554479"/>
                  </a:lnTo>
                  <a:lnTo>
                    <a:pt x="34975" y="1549977"/>
                  </a:lnTo>
                  <a:lnTo>
                    <a:pt x="16773" y="1537700"/>
                  </a:lnTo>
                  <a:lnTo>
                    <a:pt x="4500" y="1519493"/>
                  </a:lnTo>
                  <a:lnTo>
                    <a:pt x="0" y="1497202"/>
                  </a:lnTo>
                  <a:lnTo>
                    <a:pt x="0" y="57276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1931" y="1237233"/>
            <a:ext cx="2943860" cy="749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Route::prefix('v1')-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&gt;group(function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()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endParaRPr sz="9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apiResource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index,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show,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store,</a:t>
            </a:r>
            <a:endParaRPr sz="950">
              <a:latin typeface="Courier New"/>
              <a:cs typeface="Courier New"/>
            </a:endParaRPr>
          </a:p>
          <a:p>
            <a:pPr marL="158750" marR="516255" algn="ctr">
              <a:lnSpc>
                <a:spcPct val="100000"/>
              </a:lnSpc>
              <a:spcBef>
                <a:spcPts val="5"/>
              </a:spcBef>
              <a:tabLst>
                <a:tab pos="1325245" algn="l"/>
              </a:tabLst>
            </a:pP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update,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destroy Route::apiResource('campaigns', CampaignController::class);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931" y="2106295"/>
            <a:ext cx="301561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0" marR="5080" indent="-146685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Route::post('campaigns/{id}/back', [BackingController::class,</a:t>
            </a:r>
            <a:r>
              <a:rPr sz="950" spc="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'store']);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});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772" y="2838450"/>
            <a:ext cx="1058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Route</a:t>
            </a:r>
            <a:r>
              <a:rPr sz="1200" b="1" spc="-4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6266F0"/>
                </a:solidFill>
                <a:latin typeface="Arial"/>
                <a:cs typeface="Arial"/>
              </a:rPr>
              <a:t>Naming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3156330"/>
            <a:ext cx="11195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4338C9"/>
                </a:solidFill>
                <a:latin typeface="Courier New"/>
                <a:cs typeface="Courier New"/>
              </a:rPr>
              <a:t>campaigns.index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3430651"/>
            <a:ext cx="104648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4338C9"/>
                </a:solidFill>
                <a:latin typeface="Courier New"/>
                <a:cs typeface="Courier New"/>
              </a:rPr>
              <a:t>campaigns.show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3705225"/>
            <a:ext cx="11195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4338C9"/>
                </a:solidFill>
                <a:latin typeface="Courier New"/>
                <a:cs typeface="Courier New"/>
              </a:rPr>
              <a:t>campaigns.store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500" y="3979570"/>
            <a:ext cx="11925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4338C9"/>
                </a:solidFill>
                <a:latin typeface="Courier New"/>
                <a:cs typeface="Courier New"/>
              </a:rPr>
              <a:t>campaigns.update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00" y="4253890"/>
            <a:ext cx="104648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4338C9"/>
                </a:solidFill>
                <a:latin typeface="Courier New"/>
                <a:cs typeface="Courier New"/>
              </a:rPr>
              <a:t>backings.store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9314" y="3100272"/>
            <a:ext cx="1483360" cy="139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2250">
              <a:lnSpc>
                <a:spcPct val="138500"/>
              </a:lnSpc>
              <a:spcBef>
                <a:spcPts val="100"/>
              </a:spcBef>
              <a:tabLst>
                <a:tab pos="522605" algn="l"/>
              </a:tabLst>
            </a:pPr>
            <a:r>
              <a:rPr sz="950" spc="-25" dirty="0">
                <a:solidFill>
                  <a:srgbClr val="465469"/>
                </a:solidFill>
                <a:latin typeface="Courier New"/>
                <a:cs typeface="Courier New"/>
              </a:rPr>
              <a:t>GET</a:t>
            </a:r>
            <a:r>
              <a:rPr sz="950" dirty="0">
                <a:solidFill>
                  <a:srgbClr val="465469"/>
                </a:solidFill>
                <a:latin typeface="Courier New"/>
                <a:cs typeface="Courier New"/>
              </a:rPr>
              <a:t>	</a:t>
            </a:r>
            <a:r>
              <a:rPr sz="950" spc="-10" dirty="0">
                <a:solidFill>
                  <a:srgbClr val="465469"/>
                </a:solidFill>
                <a:latin typeface="Courier New"/>
                <a:cs typeface="Courier New"/>
              </a:rPr>
              <a:t>/campaigns </a:t>
            </a:r>
            <a:r>
              <a:rPr sz="950" spc="-25" dirty="0">
                <a:solidFill>
                  <a:srgbClr val="465469"/>
                </a:solidFill>
                <a:latin typeface="Courier New"/>
                <a:cs typeface="Courier New"/>
              </a:rPr>
              <a:t>GET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-10" dirty="0">
                <a:solidFill>
                  <a:srgbClr val="465469"/>
                </a:solidFill>
                <a:latin typeface="Courier New"/>
                <a:cs typeface="Courier New"/>
              </a:rPr>
              <a:t>/campaigns/{id}</a:t>
            </a:r>
            <a:endParaRPr sz="950">
              <a:latin typeface="Courier New"/>
              <a:cs typeface="Courier New"/>
            </a:endParaRPr>
          </a:p>
          <a:p>
            <a:pPr marL="12700" marR="222250">
              <a:lnSpc>
                <a:spcPct val="138300"/>
              </a:lnSpc>
              <a:spcBef>
                <a:spcPts val="15"/>
              </a:spcBef>
              <a:tabLst>
                <a:tab pos="522605" algn="l"/>
              </a:tabLst>
            </a:pPr>
            <a:r>
              <a:rPr sz="950" spc="-20" dirty="0">
                <a:solidFill>
                  <a:srgbClr val="465469"/>
                </a:solidFill>
                <a:latin typeface="Courier New"/>
                <a:cs typeface="Courier New"/>
              </a:rPr>
              <a:t>POST</a:t>
            </a:r>
            <a:r>
              <a:rPr sz="950" dirty="0">
                <a:solidFill>
                  <a:srgbClr val="465469"/>
                </a:solidFill>
                <a:latin typeface="Courier New"/>
                <a:cs typeface="Courier New"/>
              </a:rPr>
              <a:t>	</a:t>
            </a:r>
            <a:r>
              <a:rPr sz="950" spc="-10" dirty="0">
                <a:solidFill>
                  <a:srgbClr val="465469"/>
                </a:solidFill>
                <a:latin typeface="Courier New"/>
                <a:cs typeface="Courier New"/>
              </a:rPr>
              <a:t>/campaigns </a:t>
            </a:r>
            <a:r>
              <a:rPr sz="950" spc="-25" dirty="0">
                <a:solidFill>
                  <a:srgbClr val="465469"/>
                </a:solidFill>
                <a:latin typeface="Courier New"/>
                <a:cs typeface="Courier New"/>
              </a:rPr>
              <a:t>PUT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075"/>
              </a:lnSpc>
              <a:spcBef>
                <a:spcPts val="10"/>
              </a:spcBef>
            </a:pPr>
            <a:r>
              <a:rPr sz="950" spc="-10" dirty="0">
                <a:solidFill>
                  <a:srgbClr val="465469"/>
                </a:solidFill>
                <a:latin typeface="Courier New"/>
                <a:cs typeface="Courier New"/>
              </a:rPr>
              <a:t>/campaigns/{id}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075"/>
              </a:lnSpc>
            </a:pPr>
            <a:r>
              <a:rPr sz="950" spc="-20" dirty="0">
                <a:solidFill>
                  <a:srgbClr val="465469"/>
                </a:solidFill>
                <a:latin typeface="Courier New"/>
                <a:cs typeface="Courier New"/>
              </a:rPr>
              <a:t>POST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50" spc="-10" dirty="0">
                <a:solidFill>
                  <a:srgbClr val="465469"/>
                </a:solidFill>
                <a:latin typeface="Courier New"/>
                <a:cs typeface="Courier New"/>
              </a:rPr>
              <a:t>/campaigns/{id}/back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772" y="929385"/>
            <a:ext cx="768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5915" algn="l"/>
              </a:tabLst>
            </a:pP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Route</a:t>
            </a:r>
            <a:r>
              <a:rPr sz="1200" b="1" spc="-4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6266F0"/>
                </a:solidFill>
                <a:latin typeface="Arial"/>
                <a:cs typeface="Arial"/>
              </a:rPr>
              <a:t>Convention</a:t>
            </a: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	Response</a:t>
            </a:r>
            <a:r>
              <a:rPr sz="1200" b="1" spc="-5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Format</a:t>
            </a:r>
            <a:r>
              <a:rPr sz="1200" b="1" spc="-3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(konsisten</a:t>
            </a:r>
            <a:r>
              <a:rPr sz="1200" b="1" spc="-3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di</a:t>
            </a:r>
            <a:r>
              <a:rPr sz="1200" b="1" spc="-20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6266F0"/>
                </a:solidFill>
                <a:latin typeface="Arial"/>
                <a:cs typeface="Arial"/>
              </a:rPr>
              <a:t>semua</a:t>
            </a:r>
            <a:r>
              <a:rPr sz="1200" b="1" spc="-55" dirty="0">
                <a:solidFill>
                  <a:srgbClr val="6266F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6266F0"/>
                </a:solidFill>
                <a:latin typeface="Arial"/>
                <a:cs typeface="Arial"/>
              </a:rPr>
              <a:t>endpoint)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77384" y="1167257"/>
            <a:ext cx="4322445" cy="3371850"/>
            <a:chOff x="4477384" y="1167257"/>
            <a:chExt cx="4322445" cy="3371850"/>
          </a:xfrm>
        </p:grpSpPr>
        <p:sp>
          <p:nvSpPr>
            <p:cNvPr id="19" name="object 19"/>
            <p:cNvSpPr/>
            <p:nvPr/>
          </p:nvSpPr>
          <p:spPr>
            <a:xfrm>
              <a:off x="4480559" y="1170432"/>
              <a:ext cx="4316095" cy="3365500"/>
            </a:xfrm>
            <a:custGeom>
              <a:avLst/>
              <a:gdLst/>
              <a:ahLst/>
              <a:cxnLst/>
              <a:rect l="l" t="t" r="r" b="b"/>
              <a:pathLst>
                <a:path w="4316095" h="3365500">
                  <a:moveTo>
                    <a:pt x="4251960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300983"/>
                  </a:lnTo>
                  <a:lnTo>
                    <a:pt x="5036" y="3325901"/>
                  </a:lnTo>
                  <a:lnTo>
                    <a:pt x="18764" y="3346246"/>
                  </a:lnTo>
                  <a:lnTo>
                    <a:pt x="39112" y="3359962"/>
                  </a:lnTo>
                  <a:lnTo>
                    <a:pt x="64007" y="3364991"/>
                  </a:lnTo>
                  <a:lnTo>
                    <a:pt x="4251960" y="3364991"/>
                  </a:lnTo>
                  <a:lnTo>
                    <a:pt x="4276855" y="3359962"/>
                  </a:lnTo>
                  <a:lnTo>
                    <a:pt x="4297203" y="3346246"/>
                  </a:lnTo>
                  <a:lnTo>
                    <a:pt x="4310931" y="3325901"/>
                  </a:lnTo>
                  <a:lnTo>
                    <a:pt x="4315968" y="3300983"/>
                  </a:lnTo>
                  <a:lnTo>
                    <a:pt x="4315968" y="64007"/>
                  </a:lnTo>
                  <a:lnTo>
                    <a:pt x="4310931" y="39112"/>
                  </a:lnTo>
                  <a:lnTo>
                    <a:pt x="4297203" y="18764"/>
                  </a:lnTo>
                  <a:lnTo>
                    <a:pt x="4276855" y="5036"/>
                  </a:lnTo>
                  <a:lnTo>
                    <a:pt x="4251960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0559" y="1170432"/>
              <a:ext cx="4316095" cy="3365500"/>
            </a:xfrm>
            <a:custGeom>
              <a:avLst/>
              <a:gdLst/>
              <a:ahLst/>
              <a:cxnLst/>
              <a:rect l="l" t="t" r="r" b="b"/>
              <a:pathLst>
                <a:path w="4316095" h="3365500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4251960" y="0"/>
                  </a:lnTo>
                  <a:lnTo>
                    <a:pt x="4276855" y="5036"/>
                  </a:lnTo>
                  <a:lnTo>
                    <a:pt x="4297203" y="18764"/>
                  </a:lnTo>
                  <a:lnTo>
                    <a:pt x="4310931" y="39112"/>
                  </a:lnTo>
                  <a:lnTo>
                    <a:pt x="4315968" y="64007"/>
                  </a:lnTo>
                  <a:lnTo>
                    <a:pt x="4315968" y="3300983"/>
                  </a:lnTo>
                  <a:lnTo>
                    <a:pt x="4310931" y="3325901"/>
                  </a:lnTo>
                  <a:lnTo>
                    <a:pt x="4297203" y="3346246"/>
                  </a:lnTo>
                  <a:lnTo>
                    <a:pt x="4276855" y="3359962"/>
                  </a:lnTo>
                  <a:lnTo>
                    <a:pt x="4251960" y="3364991"/>
                  </a:lnTo>
                  <a:lnTo>
                    <a:pt x="64007" y="3364991"/>
                  </a:lnTo>
                  <a:lnTo>
                    <a:pt x="39112" y="3359962"/>
                  </a:lnTo>
                  <a:lnTo>
                    <a:pt x="18764" y="3346246"/>
                  </a:lnTo>
                  <a:lnTo>
                    <a:pt x="5036" y="3325901"/>
                  </a:lnTo>
                  <a:lnTo>
                    <a:pt x="0" y="3300983"/>
                  </a:lnTo>
                  <a:lnTo>
                    <a:pt x="0" y="64007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05654" y="1237233"/>
            <a:ext cx="3453765" cy="89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Success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response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return</a:t>
            </a:r>
            <a:r>
              <a:rPr sz="950" spc="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response()-&gt;json([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'success'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true,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'message'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'Campaign</a:t>
            </a:r>
            <a:r>
              <a:rPr sz="95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created',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  <a:tabLst>
                <a:tab pos="887730" algn="l"/>
              </a:tabLst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'data'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=&gt;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new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CampaignResource($campaign),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],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201);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5654" y="2251075"/>
            <a:ext cx="2654935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Error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response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return</a:t>
            </a:r>
            <a:r>
              <a:rPr sz="950" spc="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response()-&gt;json([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'success'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false,</a:t>
            </a:r>
            <a:endParaRPr sz="950">
              <a:latin typeface="Courier New"/>
              <a:cs typeface="Courier New"/>
            </a:endParaRPr>
          </a:p>
          <a:p>
            <a:pPr marL="158750" marR="508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'message'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'Validation</a:t>
            </a:r>
            <a:r>
              <a:rPr sz="95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failed',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'errors'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$validator-&gt;errors(),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],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422);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05654" y="3264789"/>
            <a:ext cx="185166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Paginated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return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response()-&gt;json([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'success'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true,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51959" y="3699509"/>
            <a:ext cx="4616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'data'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81318" y="3699509"/>
            <a:ext cx="235902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 CampaignResource::collection(</a:t>
            </a:r>
            <a:endParaRPr sz="950">
              <a:latin typeface="Courier New"/>
              <a:cs typeface="Courier New"/>
            </a:endParaRPr>
          </a:p>
          <a:p>
            <a:pPr marR="74295" algn="r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$campaigns-&gt;paginate(10)),</a:t>
            </a:r>
            <a:endParaRPr sz="950">
              <a:latin typeface="Courier New"/>
              <a:cs typeface="Courier New"/>
            </a:endParaRPr>
          </a:p>
          <a:p>
            <a:pPr marR="78105" algn="r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['total'=&gt;...,</a:t>
            </a:r>
            <a:r>
              <a:rPr sz="95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'page'=&gt;...],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05654" y="3989019"/>
            <a:ext cx="6083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'meta'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]);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3027" y="4628388"/>
            <a:ext cx="8458200" cy="368935"/>
            <a:chOff x="343027" y="4628388"/>
            <a:chExt cx="8458200" cy="368935"/>
          </a:xfrm>
        </p:grpSpPr>
        <p:sp>
          <p:nvSpPr>
            <p:cNvPr id="28" name="object 28"/>
            <p:cNvSpPr/>
            <p:nvPr/>
          </p:nvSpPr>
          <p:spPr>
            <a:xfrm>
              <a:off x="347472" y="4645152"/>
              <a:ext cx="8449310" cy="347980"/>
            </a:xfrm>
            <a:custGeom>
              <a:avLst/>
              <a:gdLst/>
              <a:ahLst/>
              <a:cxnLst/>
              <a:rect l="l" t="t" r="r" b="b"/>
              <a:pathLst>
                <a:path w="8449310" h="347979">
                  <a:moveTo>
                    <a:pt x="8385048" y="0"/>
                  </a:moveTo>
                  <a:lnTo>
                    <a:pt x="64007" y="0"/>
                  </a:lnTo>
                  <a:lnTo>
                    <a:pt x="39090" y="5029"/>
                  </a:lnTo>
                  <a:lnTo>
                    <a:pt x="18745" y="18745"/>
                  </a:lnTo>
                  <a:lnTo>
                    <a:pt x="5029" y="39090"/>
                  </a:lnTo>
                  <a:lnTo>
                    <a:pt x="0" y="64008"/>
                  </a:lnTo>
                  <a:lnTo>
                    <a:pt x="0" y="283464"/>
                  </a:lnTo>
                  <a:lnTo>
                    <a:pt x="5029" y="308381"/>
                  </a:lnTo>
                  <a:lnTo>
                    <a:pt x="18745" y="328726"/>
                  </a:lnTo>
                  <a:lnTo>
                    <a:pt x="39090" y="342442"/>
                  </a:lnTo>
                  <a:lnTo>
                    <a:pt x="64007" y="347472"/>
                  </a:lnTo>
                  <a:lnTo>
                    <a:pt x="8385048" y="347472"/>
                  </a:lnTo>
                  <a:lnTo>
                    <a:pt x="8409943" y="342442"/>
                  </a:lnTo>
                  <a:lnTo>
                    <a:pt x="8430291" y="328726"/>
                  </a:lnTo>
                  <a:lnTo>
                    <a:pt x="8444019" y="308381"/>
                  </a:lnTo>
                  <a:lnTo>
                    <a:pt x="8449056" y="283464"/>
                  </a:lnTo>
                  <a:lnTo>
                    <a:pt x="8449056" y="64008"/>
                  </a:lnTo>
                  <a:lnTo>
                    <a:pt x="8444019" y="39090"/>
                  </a:lnTo>
                  <a:lnTo>
                    <a:pt x="8430291" y="18745"/>
                  </a:lnTo>
                  <a:lnTo>
                    <a:pt x="8409943" y="5029"/>
                  </a:lnTo>
                  <a:lnTo>
                    <a:pt x="8385048" y="0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7472" y="4645152"/>
              <a:ext cx="8449310" cy="347980"/>
            </a:xfrm>
            <a:custGeom>
              <a:avLst/>
              <a:gdLst/>
              <a:ahLst/>
              <a:cxnLst/>
              <a:rect l="l" t="t" r="r" b="b"/>
              <a:pathLst>
                <a:path w="8449310" h="347979">
                  <a:moveTo>
                    <a:pt x="0" y="64008"/>
                  </a:moveTo>
                  <a:lnTo>
                    <a:pt x="5029" y="39090"/>
                  </a:lnTo>
                  <a:lnTo>
                    <a:pt x="18745" y="18745"/>
                  </a:lnTo>
                  <a:lnTo>
                    <a:pt x="39090" y="5029"/>
                  </a:lnTo>
                  <a:lnTo>
                    <a:pt x="64007" y="0"/>
                  </a:lnTo>
                  <a:lnTo>
                    <a:pt x="8385048" y="0"/>
                  </a:lnTo>
                  <a:lnTo>
                    <a:pt x="8409943" y="5029"/>
                  </a:lnTo>
                  <a:lnTo>
                    <a:pt x="8430291" y="18745"/>
                  </a:lnTo>
                  <a:lnTo>
                    <a:pt x="8444019" y="39090"/>
                  </a:lnTo>
                  <a:lnTo>
                    <a:pt x="8449056" y="64008"/>
                  </a:lnTo>
                  <a:lnTo>
                    <a:pt x="8449056" y="283464"/>
                  </a:lnTo>
                  <a:lnTo>
                    <a:pt x="8444019" y="308381"/>
                  </a:lnTo>
                  <a:lnTo>
                    <a:pt x="8430291" y="328726"/>
                  </a:lnTo>
                  <a:lnTo>
                    <a:pt x="8409943" y="342442"/>
                  </a:lnTo>
                  <a:lnTo>
                    <a:pt x="8385048" y="347472"/>
                  </a:lnTo>
                  <a:lnTo>
                    <a:pt x="64007" y="347472"/>
                  </a:lnTo>
                  <a:lnTo>
                    <a:pt x="39090" y="342442"/>
                  </a:lnTo>
                  <a:lnTo>
                    <a:pt x="18745" y="328726"/>
                  </a:lnTo>
                  <a:lnTo>
                    <a:pt x="5029" y="308381"/>
                  </a:lnTo>
                  <a:lnTo>
                    <a:pt x="0" y="283464"/>
                  </a:lnTo>
                  <a:lnTo>
                    <a:pt x="0" y="64008"/>
                  </a:lnTo>
                  <a:close/>
                </a:path>
              </a:pathLst>
            </a:custGeom>
            <a:ln w="8890">
              <a:solidFill>
                <a:srgbClr val="F5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2" y="4628388"/>
              <a:ext cx="325374" cy="26593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1931" y="4651654"/>
            <a:ext cx="8143875" cy="327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540">
              <a:lnSpc>
                <a:spcPts val="1190"/>
              </a:lnSpc>
              <a:spcBef>
                <a:spcPts val="95"/>
              </a:spcBef>
            </a:pP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Validasi:</a:t>
            </a:r>
            <a:r>
              <a:rPr sz="100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boleh</a:t>
            </a:r>
            <a:r>
              <a:rPr sz="100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di</a:t>
            </a:r>
            <a:r>
              <a:rPr sz="100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FormRequest</a:t>
            </a:r>
            <a:r>
              <a:rPr sz="1000" spc="-4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(rekomendasi</a:t>
            </a:r>
            <a:r>
              <a:rPr sz="1000" spc="-6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untuk</a:t>
            </a:r>
            <a:r>
              <a:rPr sz="1000" spc="-3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validasi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reusable)</a:t>
            </a:r>
            <a:r>
              <a:rPr sz="100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atau</a:t>
            </a:r>
            <a:r>
              <a:rPr sz="1000" spc="-20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langsung</a:t>
            </a:r>
            <a:r>
              <a:rPr sz="100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$request-&gt;validate([...])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di</a:t>
            </a:r>
            <a:r>
              <a:rPr sz="1000" spc="-1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controller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—</a:t>
            </a:r>
            <a:r>
              <a:rPr sz="1000" spc="-2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pilih yang</a:t>
            </a:r>
            <a:r>
              <a:rPr sz="1000" spc="-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paling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90"/>
              </a:lnSpc>
            </a:pPr>
            <a:r>
              <a:rPr sz="1000" dirty="0">
                <a:solidFill>
                  <a:srgbClr val="0E172A"/>
                </a:solidFill>
                <a:latin typeface="Arial MT"/>
                <a:cs typeface="Arial MT"/>
              </a:rPr>
              <a:t>sesuai</a:t>
            </a:r>
            <a:r>
              <a:rPr sz="1000" spc="-35" dirty="0">
                <a:solidFill>
                  <a:srgbClr val="0E17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E172A"/>
                </a:solidFill>
                <a:latin typeface="Arial MT"/>
                <a:cs typeface="Arial MT"/>
              </a:rPr>
              <a:t>konteks.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Vue</a:t>
            </a:r>
            <a:r>
              <a:rPr spc="-5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Penamaan</a:t>
            </a:r>
            <a:r>
              <a:rPr spc="-60" dirty="0"/>
              <a:t> </a:t>
            </a:r>
            <a:r>
              <a:rPr dirty="0"/>
              <a:t>File</a:t>
            </a:r>
            <a:r>
              <a:rPr spc="-5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spc="-10" dirty="0"/>
              <a:t>Komponen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Konvensi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penamaan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dipakai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seluruh</a:t>
            </a:r>
            <a:r>
              <a:rPr sz="1100" b="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project</a:t>
            </a:r>
            <a:r>
              <a:rPr sz="1100" b="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Vue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4297" y="911225"/>
          <a:ext cx="7617459" cy="3929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Tipe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Benar</a:t>
                      </a:r>
                      <a:r>
                        <a:rPr sz="10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Salah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FB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PascalCase.vue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CampaignCard.vue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campaignCard.vue</a:t>
                      </a:r>
                      <a:r>
                        <a:rPr sz="950" spc="-9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PascalCase.vue</a:t>
                      </a:r>
                      <a:r>
                        <a:rPr sz="1000" b="1" spc="5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(pages/)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CampaignDetail.vue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campaignDetail.vue</a:t>
                      </a:r>
                      <a:r>
                        <a:rPr sz="950" spc="-12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Layout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PascalCase.vue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MainLayout.vue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mainlayout.vue</a:t>
                      </a:r>
                      <a:r>
                        <a:rPr sz="950" spc="-8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Composable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camelCase.js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useCampaign.js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campaignHelper.js</a:t>
                      </a:r>
                      <a:r>
                        <a:rPr sz="950" spc="-114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Store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000" b="1" spc="-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2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Noun</a:t>
                      </a:r>
                      <a:r>
                        <a:rPr sz="1000" b="1" spc="-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Store.js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useCampaignStore.js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campaignStore.js</a:t>
                      </a:r>
                      <a:r>
                        <a:rPr sz="950" spc="-95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camelCase</a:t>
                      </a:r>
                      <a:r>
                        <a:rPr sz="1000" b="1" spc="-4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spc="-25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Service.js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campaignService.js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CampaignService.js</a:t>
                      </a:r>
                      <a:r>
                        <a:rPr sz="950" spc="-12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ED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Utils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solidFill>
                            <a:srgbClr val="0E172A"/>
                          </a:solidFill>
                          <a:latin typeface="Arial"/>
                          <a:cs typeface="Arial"/>
                        </a:rPr>
                        <a:t>camelCase.js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formatCurrency.js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950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FormatCurrency.js</a:t>
                      </a:r>
                      <a:r>
                        <a:rPr sz="950" spc="-114" dirty="0">
                          <a:solidFill>
                            <a:srgbClr val="EE44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50" dirty="0">
                          <a:solidFill>
                            <a:srgbClr val="EE4444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36194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Vue</a:t>
            </a:r>
            <a:r>
              <a:rPr spc="-45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Props,</a:t>
            </a:r>
            <a:r>
              <a:rPr spc="-55" dirty="0"/>
              <a:t> </a:t>
            </a:r>
            <a:r>
              <a:rPr dirty="0"/>
              <a:t>Emits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Composables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Cara</a:t>
            </a:r>
            <a:r>
              <a:rPr sz="1100" b="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benar</a:t>
            </a:r>
            <a:r>
              <a:rPr sz="1100" b="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mendefinisikan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&amp;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menggunakan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props/emits/composables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4297" y="1167257"/>
            <a:ext cx="2658110" cy="1774189"/>
            <a:chOff x="344297" y="1167257"/>
            <a:chExt cx="2658110" cy="1774189"/>
          </a:xfrm>
        </p:grpSpPr>
        <p:sp>
          <p:nvSpPr>
            <p:cNvPr id="6" name="object 6"/>
            <p:cNvSpPr/>
            <p:nvPr/>
          </p:nvSpPr>
          <p:spPr>
            <a:xfrm>
              <a:off x="347472" y="1170432"/>
              <a:ext cx="2651760" cy="1767839"/>
            </a:xfrm>
            <a:custGeom>
              <a:avLst/>
              <a:gdLst/>
              <a:ahLst/>
              <a:cxnLst/>
              <a:rect l="l" t="t" r="r" b="b"/>
              <a:pathLst>
                <a:path w="2651760" h="1767839">
                  <a:moveTo>
                    <a:pt x="2584830" y="0"/>
                  </a:moveTo>
                  <a:lnTo>
                    <a:pt x="66878" y="0"/>
                  </a:lnTo>
                  <a:lnTo>
                    <a:pt x="40847" y="5260"/>
                  </a:lnTo>
                  <a:lnTo>
                    <a:pt x="19589" y="19605"/>
                  </a:lnTo>
                  <a:lnTo>
                    <a:pt x="5256" y="40880"/>
                  </a:lnTo>
                  <a:lnTo>
                    <a:pt x="0" y="66928"/>
                  </a:lnTo>
                  <a:lnTo>
                    <a:pt x="0" y="1700529"/>
                  </a:lnTo>
                  <a:lnTo>
                    <a:pt x="5256" y="1726578"/>
                  </a:lnTo>
                  <a:lnTo>
                    <a:pt x="19589" y="1747853"/>
                  </a:lnTo>
                  <a:lnTo>
                    <a:pt x="40847" y="1762198"/>
                  </a:lnTo>
                  <a:lnTo>
                    <a:pt x="66878" y="1767458"/>
                  </a:lnTo>
                  <a:lnTo>
                    <a:pt x="2584830" y="1767458"/>
                  </a:lnTo>
                  <a:lnTo>
                    <a:pt x="2610879" y="1762198"/>
                  </a:lnTo>
                  <a:lnTo>
                    <a:pt x="2632154" y="1747853"/>
                  </a:lnTo>
                  <a:lnTo>
                    <a:pt x="2646499" y="1726578"/>
                  </a:lnTo>
                  <a:lnTo>
                    <a:pt x="2651760" y="1700529"/>
                  </a:lnTo>
                  <a:lnTo>
                    <a:pt x="2651760" y="66928"/>
                  </a:lnTo>
                  <a:lnTo>
                    <a:pt x="2646499" y="40880"/>
                  </a:lnTo>
                  <a:lnTo>
                    <a:pt x="2632154" y="19605"/>
                  </a:lnTo>
                  <a:lnTo>
                    <a:pt x="2610879" y="5260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7472" y="1170432"/>
              <a:ext cx="2651760" cy="1767839"/>
            </a:xfrm>
            <a:custGeom>
              <a:avLst/>
              <a:gdLst/>
              <a:ahLst/>
              <a:cxnLst/>
              <a:rect l="l" t="t" r="r" b="b"/>
              <a:pathLst>
                <a:path w="2651760" h="1767839">
                  <a:moveTo>
                    <a:pt x="0" y="66928"/>
                  </a:moveTo>
                  <a:lnTo>
                    <a:pt x="5256" y="40880"/>
                  </a:lnTo>
                  <a:lnTo>
                    <a:pt x="19589" y="19605"/>
                  </a:lnTo>
                  <a:lnTo>
                    <a:pt x="40847" y="5260"/>
                  </a:lnTo>
                  <a:lnTo>
                    <a:pt x="66878" y="0"/>
                  </a:lnTo>
                  <a:lnTo>
                    <a:pt x="2584830" y="0"/>
                  </a:lnTo>
                  <a:lnTo>
                    <a:pt x="2610879" y="5260"/>
                  </a:lnTo>
                  <a:lnTo>
                    <a:pt x="2632154" y="19605"/>
                  </a:lnTo>
                  <a:lnTo>
                    <a:pt x="2646499" y="40880"/>
                  </a:lnTo>
                  <a:lnTo>
                    <a:pt x="2651760" y="66928"/>
                  </a:lnTo>
                  <a:lnTo>
                    <a:pt x="2651760" y="1700529"/>
                  </a:lnTo>
                  <a:lnTo>
                    <a:pt x="2646499" y="1726578"/>
                  </a:lnTo>
                  <a:lnTo>
                    <a:pt x="2632154" y="1747853"/>
                  </a:lnTo>
                  <a:lnTo>
                    <a:pt x="2610879" y="1762198"/>
                  </a:lnTo>
                  <a:lnTo>
                    <a:pt x="2584830" y="1767458"/>
                  </a:lnTo>
                  <a:lnTo>
                    <a:pt x="66878" y="1767458"/>
                  </a:lnTo>
                  <a:lnTo>
                    <a:pt x="40847" y="1762198"/>
                  </a:lnTo>
                  <a:lnTo>
                    <a:pt x="19589" y="1747853"/>
                  </a:lnTo>
                  <a:lnTo>
                    <a:pt x="5256" y="1726578"/>
                  </a:lnTo>
                  <a:lnTo>
                    <a:pt x="0" y="1700529"/>
                  </a:lnTo>
                  <a:lnTo>
                    <a:pt x="0" y="66928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4772" y="929385"/>
            <a:ext cx="2007235" cy="1294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FB881"/>
                </a:solidFill>
                <a:latin typeface="Arial"/>
                <a:cs typeface="Arial"/>
              </a:rPr>
              <a:t>Props</a:t>
            </a:r>
            <a:endParaRPr sz="12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985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camelCase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di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script</a:t>
            </a:r>
            <a:endParaRPr sz="900">
              <a:latin typeface="Courier New"/>
              <a:cs typeface="Courier New"/>
            </a:endParaRPr>
          </a:p>
          <a:p>
            <a:pPr marL="287020" marR="5080" indent="-137160">
              <a:lnSpc>
                <a:spcPct val="100000"/>
              </a:lnSpc>
              <a:tabLst>
                <a:tab pos="1175385" algn="l"/>
              </a:tabLst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props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defineProps({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campaignId:</a:t>
            </a:r>
            <a:r>
              <a:rPr sz="900" spc="459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Number, isActive: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Boolean,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targetAmount:</a:t>
            </a:r>
            <a:r>
              <a:rPr sz="900" spc="-9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424180" marR="413384">
              <a:lnSpc>
                <a:spcPct val="100000"/>
              </a:lnSpc>
              <a:tabLst>
                <a:tab pos="1106805" algn="l"/>
              </a:tabLst>
            </a:pP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type: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	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Number,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required:</a:t>
            </a:r>
            <a:r>
              <a:rPr sz="90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true,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931" y="2197735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},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931" y="2471750"/>
            <a:ext cx="1802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 kebab-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case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di</a:t>
            </a:r>
            <a:r>
              <a:rPr sz="90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template: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:campaign-id="id"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97225" y="1167257"/>
            <a:ext cx="2658110" cy="1774189"/>
            <a:chOff x="3197225" y="1167257"/>
            <a:chExt cx="2658110" cy="1774189"/>
          </a:xfrm>
        </p:grpSpPr>
        <p:sp>
          <p:nvSpPr>
            <p:cNvPr id="12" name="object 12"/>
            <p:cNvSpPr/>
            <p:nvPr/>
          </p:nvSpPr>
          <p:spPr>
            <a:xfrm>
              <a:off x="3200400" y="1170432"/>
              <a:ext cx="2651760" cy="1767839"/>
            </a:xfrm>
            <a:custGeom>
              <a:avLst/>
              <a:gdLst/>
              <a:ahLst/>
              <a:cxnLst/>
              <a:rect l="l" t="t" r="r" b="b"/>
              <a:pathLst>
                <a:path w="2651760" h="1767839">
                  <a:moveTo>
                    <a:pt x="2584830" y="0"/>
                  </a:moveTo>
                  <a:lnTo>
                    <a:pt x="66928" y="0"/>
                  </a:lnTo>
                  <a:lnTo>
                    <a:pt x="40880" y="5260"/>
                  </a:lnTo>
                  <a:lnTo>
                    <a:pt x="19605" y="19605"/>
                  </a:lnTo>
                  <a:lnTo>
                    <a:pt x="5260" y="40880"/>
                  </a:lnTo>
                  <a:lnTo>
                    <a:pt x="0" y="66928"/>
                  </a:lnTo>
                  <a:lnTo>
                    <a:pt x="0" y="1700529"/>
                  </a:lnTo>
                  <a:lnTo>
                    <a:pt x="5260" y="1726578"/>
                  </a:lnTo>
                  <a:lnTo>
                    <a:pt x="19605" y="1747853"/>
                  </a:lnTo>
                  <a:lnTo>
                    <a:pt x="40880" y="1762198"/>
                  </a:lnTo>
                  <a:lnTo>
                    <a:pt x="66928" y="1767458"/>
                  </a:lnTo>
                  <a:lnTo>
                    <a:pt x="2584830" y="1767458"/>
                  </a:lnTo>
                  <a:lnTo>
                    <a:pt x="2610879" y="1762198"/>
                  </a:lnTo>
                  <a:lnTo>
                    <a:pt x="2632154" y="1747853"/>
                  </a:lnTo>
                  <a:lnTo>
                    <a:pt x="2646499" y="1726578"/>
                  </a:lnTo>
                  <a:lnTo>
                    <a:pt x="2651760" y="1700529"/>
                  </a:lnTo>
                  <a:lnTo>
                    <a:pt x="2651760" y="66928"/>
                  </a:lnTo>
                  <a:lnTo>
                    <a:pt x="2646499" y="40880"/>
                  </a:lnTo>
                  <a:lnTo>
                    <a:pt x="2632154" y="19605"/>
                  </a:lnTo>
                  <a:lnTo>
                    <a:pt x="2610879" y="5260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0" y="1170432"/>
              <a:ext cx="2651760" cy="1767839"/>
            </a:xfrm>
            <a:custGeom>
              <a:avLst/>
              <a:gdLst/>
              <a:ahLst/>
              <a:cxnLst/>
              <a:rect l="l" t="t" r="r" b="b"/>
              <a:pathLst>
                <a:path w="2651760" h="1767839">
                  <a:moveTo>
                    <a:pt x="0" y="66928"/>
                  </a:moveTo>
                  <a:lnTo>
                    <a:pt x="5260" y="40880"/>
                  </a:lnTo>
                  <a:lnTo>
                    <a:pt x="19605" y="19605"/>
                  </a:lnTo>
                  <a:lnTo>
                    <a:pt x="40880" y="5260"/>
                  </a:lnTo>
                  <a:lnTo>
                    <a:pt x="66928" y="0"/>
                  </a:lnTo>
                  <a:lnTo>
                    <a:pt x="2584830" y="0"/>
                  </a:lnTo>
                  <a:lnTo>
                    <a:pt x="2610879" y="5260"/>
                  </a:lnTo>
                  <a:lnTo>
                    <a:pt x="2632154" y="19605"/>
                  </a:lnTo>
                  <a:lnTo>
                    <a:pt x="2646499" y="40880"/>
                  </a:lnTo>
                  <a:lnTo>
                    <a:pt x="2651760" y="66928"/>
                  </a:lnTo>
                  <a:lnTo>
                    <a:pt x="2651760" y="1700529"/>
                  </a:lnTo>
                  <a:lnTo>
                    <a:pt x="2646499" y="1726578"/>
                  </a:lnTo>
                  <a:lnTo>
                    <a:pt x="2632154" y="1747853"/>
                  </a:lnTo>
                  <a:lnTo>
                    <a:pt x="2610879" y="1762198"/>
                  </a:lnTo>
                  <a:lnTo>
                    <a:pt x="2584830" y="1767458"/>
                  </a:lnTo>
                  <a:lnTo>
                    <a:pt x="66928" y="1767458"/>
                  </a:lnTo>
                  <a:lnTo>
                    <a:pt x="40880" y="1762198"/>
                  </a:lnTo>
                  <a:lnTo>
                    <a:pt x="19605" y="1747853"/>
                  </a:lnTo>
                  <a:lnTo>
                    <a:pt x="5260" y="1726578"/>
                  </a:lnTo>
                  <a:lnTo>
                    <a:pt x="0" y="1700529"/>
                  </a:lnTo>
                  <a:lnTo>
                    <a:pt x="0" y="66928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88335" y="929385"/>
            <a:ext cx="2144395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FB881"/>
                </a:solidFill>
                <a:latin typeface="Arial"/>
                <a:cs typeface="Arial"/>
              </a:rPr>
              <a:t>Emits</a:t>
            </a:r>
            <a:endParaRPr sz="12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985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kebab-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case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untuk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nama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emit</a:t>
            </a:r>
            <a:endParaRPr sz="900">
              <a:latin typeface="Courier New"/>
              <a:cs typeface="Courier New"/>
            </a:endParaRPr>
          </a:p>
          <a:p>
            <a:pPr marL="286385" marR="210185" indent="-13716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emit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defineEmits([ 'backing-submitted', 'update:modelValue', 'campaign-updated',</a:t>
            </a:r>
            <a:endParaRPr sz="9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])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5495" y="2197735"/>
            <a:ext cx="187007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Cara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trigger: emit('backing-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submitted',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149225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amount: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50000,</a:t>
            </a:r>
            <a:endParaRPr sz="900">
              <a:latin typeface="Courier New"/>
              <a:cs typeface="Courier New"/>
            </a:endParaRPr>
          </a:p>
          <a:p>
            <a:pPr marL="149225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tier: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selectedTier,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50153" y="1167257"/>
            <a:ext cx="2749550" cy="1774189"/>
            <a:chOff x="6050153" y="1167257"/>
            <a:chExt cx="2749550" cy="1774189"/>
          </a:xfrm>
        </p:grpSpPr>
        <p:sp>
          <p:nvSpPr>
            <p:cNvPr id="17" name="object 17"/>
            <p:cNvSpPr/>
            <p:nvPr/>
          </p:nvSpPr>
          <p:spPr>
            <a:xfrm>
              <a:off x="6053328" y="1170432"/>
              <a:ext cx="2743200" cy="1767839"/>
            </a:xfrm>
            <a:custGeom>
              <a:avLst/>
              <a:gdLst/>
              <a:ahLst/>
              <a:cxnLst/>
              <a:rect l="l" t="t" r="r" b="b"/>
              <a:pathLst>
                <a:path w="2743200" h="1767839">
                  <a:moveTo>
                    <a:pt x="2676271" y="0"/>
                  </a:moveTo>
                  <a:lnTo>
                    <a:pt x="66929" y="0"/>
                  </a:lnTo>
                  <a:lnTo>
                    <a:pt x="40880" y="5260"/>
                  </a:lnTo>
                  <a:lnTo>
                    <a:pt x="19605" y="19605"/>
                  </a:lnTo>
                  <a:lnTo>
                    <a:pt x="5260" y="40880"/>
                  </a:lnTo>
                  <a:lnTo>
                    <a:pt x="0" y="66928"/>
                  </a:lnTo>
                  <a:lnTo>
                    <a:pt x="0" y="1700529"/>
                  </a:lnTo>
                  <a:lnTo>
                    <a:pt x="5260" y="1726578"/>
                  </a:lnTo>
                  <a:lnTo>
                    <a:pt x="19605" y="1747853"/>
                  </a:lnTo>
                  <a:lnTo>
                    <a:pt x="40880" y="1762198"/>
                  </a:lnTo>
                  <a:lnTo>
                    <a:pt x="66929" y="1767458"/>
                  </a:lnTo>
                  <a:lnTo>
                    <a:pt x="2676271" y="1767458"/>
                  </a:lnTo>
                  <a:lnTo>
                    <a:pt x="2702319" y="1762198"/>
                  </a:lnTo>
                  <a:lnTo>
                    <a:pt x="2723594" y="1747853"/>
                  </a:lnTo>
                  <a:lnTo>
                    <a:pt x="2737939" y="1726578"/>
                  </a:lnTo>
                  <a:lnTo>
                    <a:pt x="2743200" y="1700529"/>
                  </a:lnTo>
                  <a:lnTo>
                    <a:pt x="2743200" y="66928"/>
                  </a:lnTo>
                  <a:lnTo>
                    <a:pt x="2737939" y="40880"/>
                  </a:lnTo>
                  <a:lnTo>
                    <a:pt x="2723594" y="19605"/>
                  </a:lnTo>
                  <a:lnTo>
                    <a:pt x="2702319" y="5260"/>
                  </a:lnTo>
                  <a:lnTo>
                    <a:pt x="2676271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53328" y="1170432"/>
              <a:ext cx="2743200" cy="1767839"/>
            </a:xfrm>
            <a:custGeom>
              <a:avLst/>
              <a:gdLst/>
              <a:ahLst/>
              <a:cxnLst/>
              <a:rect l="l" t="t" r="r" b="b"/>
              <a:pathLst>
                <a:path w="2743200" h="1767839">
                  <a:moveTo>
                    <a:pt x="0" y="66928"/>
                  </a:moveTo>
                  <a:lnTo>
                    <a:pt x="5260" y="40880"/>
                  </a:lnTo>
                  <a:lnTo>
                    <a:pt x="19605" y="19605"/>
                  </a:lnTo>
                  <a:lnTo>
                    <a:pt x="40880" y="5260"/>
                  </a:lnTo>
                  <a:lnTo>
                    <a:pt x="66929" y="0"/>
                  </a:lnTo>
                  <a:lnTo>
                    <a:pt x="2676271" y="0"/>
                  </a:lnTo>
                  <a:lnTo>
                    <a:pt x="2702319" y="5260"/>
                  </a:lnTo>
                  <a:lnTo>
                    <a:pt x="2723594" y="19605"/>
                  </a:lnTo>
                  <a:lnTo>
                    <a:pt x="2737939" y="40880"/>
                  </a:lnTo>
                  <a:lnTo>
                    <a:pt x="2743200" y="66928"/>
                  </a:lnTo>
                  <a:lnTo>
                    <a:pt x="2743200" y="1700529"/>
                  </a:lnTo>
                  <a:lnTo>
                    <a:pt x="2737939" y="1726578"/>
                  </a:lnTo>
                  <a:lnTo>
                    <a:pt x="2723594" y="1747853"/>
                  </a:lnTo>
                  <a:lnTo>
                    <a:pt x="2702319" y="1762198"/>
                  </a:lnTo>
                  <a:lnTo>
                    <a:pt x="2676271" y="1767458"/>
                  </a:lnTo>
                  <a:lnTo>
                    <a:pt x="66929" y="1767458"/>
                  </a:lnTo>
                  <a:lnTo>
                    <a:pt x="40880" y="1762198"/>
                  </a:lnTo>
                  <a:lnTo>
                    <a:pt x="19605" y="1747853"/>
                  </a:lnTo>
                  <a:lnTo>
                    <a:pt x="5260" y="1726578"/>
                  </a:lnTo>
                  <a:lnTo>
                    <a:pt x="0" y="1700529"/>
                  </a:lnTo>
                  <a:lnTo>
                    <a:pt x="0" y="66928"/>
                  </a:lnTo>
                  <a:close/>
                </a:path>
              </a:pathLst>
            </a:custGeom>
            <a:ln w="634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41516" y="929385"/>
            <a:ext cx="2484120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FB881"/>
                </a:solidFill>
                <a:latin typeface="Arial"/>
                <a:cs typeface="Arial"/>
              </a:rPr>
              <a:t>Composable</a:t>
            </a:r>
            <a:endParaRPr sz="12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985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Selalu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prefix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"use"</a:t>
            </a:r>
            <a:endParaRPr sz="900">
              <a:latin typeface="Courier New"/>
              <a:cs typeface="Courier New"/>
            </a:endParaRPr>
          </a:p>
          <a:p>
            <a:pPr marL="287020" marR="5080" indent="-13716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export</a:t>
            </a:r>
            <a:r>
              <a:rPr sz="90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0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useCampaign()</a:t>
            </a:r>
            <a:r>
              <a:rPr sz="90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store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useCampaignStore()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isLoading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ref(false)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5836" y="1923414"/>
            <a:ext cx="20739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marR="73660" indent="-13716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async</a:t>
            </a:r>
            <a:r>
              <a:rPr sz="900" spc="-6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function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fetchOne(id)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isLoading.value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true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await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store.fetch(id)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isLoading.value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false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return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isLoading,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fetchOne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8677" y="2746629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122" y="3077845"/>
            <a:ext cx="85851" cy="8585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62787" y="3014599"/>
            <a:ext cx="1891664" cy="31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Props: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camelCase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script,</a:t>
            </a:r>
            <a:r>
              <a:rPr sz="95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kebab-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case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 template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5682" y="3077845"/>
            <a:ext cx="85851" cy="8585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657601" y="3014599"/>
            <a:ext cx="1791335" cy="31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Emits:</a:t>
            </a:r>
            <a:r>
              <a:rPr sz="95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kebab-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case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selalu,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hindari camelCase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0241" y="3077845"/>
            <a:ext cx="85852" cy="8585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852542" y="3014599"/>
            <a:ext cx="2043430" cy="31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Jangan</a:t>
            </a:r>
            <a:r>
              <a:rPr sz="95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taruh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API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call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komponen</a:t>
            </a:r>
            <a:r>
              <a:rPr sz="95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50" dirty="0">
                <a:solidFill>
                  <a:srgbClr val="465469"/>
                </a:solidFill>
                <a:latin typeface="Arial MT"/>
                <a:cs typeface="Arial MT"/>
              </a:rPr>
              <a:t>—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pakai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composable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24802" y="3077845"/>
            <a:ext cx="85851" cy="85852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047356" y="3014599"/>
            <a:ext cx="1981200" cy="31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0"/>
              </a:spcBef>
            </a:pP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Composable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=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satu</a:t>
            </a:r>
            <a:r>
              <a:rPr sz="95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tanggung</a:t>
            </a:r>
            <a:r>
              <a:rPr sz="95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65469"/>
                </a:solidFill>
                <a:latin typeface="Arial MT"/>
                <a:cs typeface="Arial MT"/>
              </a:rPr>
              <a:t>jawab,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return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465469"/>
                </a:solidFill>
                <a:latin typeface="Arial MT"/>
                <a:cs typeface="Arial MT"/>
              </a:rPr>
              <a:t>reactive</a:t>
            </a:r>
            <a:r>
              <a:rPr sz="95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465469"/>
                </a:solidFill>
                <a:latin typeface="Arial MT"/>
                <a:cs typeface="Arial MT"/>
              </a:rPr>
              <a:t>state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4772" y="3535756"/>
            <a:ext cx="13639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B881"/>
                </a:solidFill>
                <a:latin typeface="Arial"/>
                <a:cs typeface="Arial"/>
              </a:rPr>
              <a:t>Reactive</a:t>
            </a:r>
            <a:r>
              <a:rPr sz="1200" b="1" spc="-6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FB881"/>
                </a:solidFill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4297" y="3773296"/>
            <a:ext cx="8455660" cy="1012190"/>
            <a:chOff x="344297" y="3773296"/>
            <a:chExt cx="8455660" cy="1012190"/>
          </a:xfrm>
        </p:grpSpPr>
        <p:sp>
          <p:nvSpPr>
            <p:cNvPr id="32" name="object 32"/>
            <p:cNvSpPr/>
            <p:nvPr/>
          </p:nvSpPr>
          <p:spPr>
            <a:xfrm>
              <a:off x="347472" y="3776471"/>
              <a:ext cx="8449310" cy="1005840"/>
            </a:xfrm>
            <a:custGeom>
              <a:avLst/>
              <a:gdLst/>
              <a:ahLst/>
              <a:cxnLst/>
              <a:rect l="l" t="t" r="r" b="b"/>
              <a:pathLst>
                <a:path w="8449310" h="1005839">
                  <a:moveTo>
                    <a:pt x="8385048" y="0"/>
                  </a:moveTo>
                  <a:lnTo>
                    <a:pt x="64020" y="0"/>
                  </a:lnTo>
                  <a:lnTo>
                    <a:pt x="39101" y="5036"/>
                  </a:lnTo>
                  <a:lnTo>
                    <a:pt x="18751" y="18764"/>
                  </a:lnTo>
                  <a:lnTo>
                    <a:pt x="5031" y="39112"/>
                  </a:lnTo>
                  <a:lnTo>
                    <a:pt x="0" y="64007"/>
                  </a:lnTo>
                  <a:lnTo>
                    <a:pt x="0" y="941819"/>
                  </a:lnTo>
                  <a:lnTo>
                    <a:pt x="5031" y="966738"/>
                  </a:lnTo>
                  <a:lnTo>
                    <a:pt x="18751" y="987088"/>
                  </a:lnTo>
                  <a:lnTo>
                    <a:pt x="39101" y="1000808"/>
                  </a:lnTo>
                  <a:lnTo>
                    <a:pt x="64020" y="1005839"/>
                  </a:lnTo>
                  <a:lnTo>
                    <a:pt x="8385048" y="1005839"/>
                  </a:lnTo>
                  <a:lnTo>
                    <a:pt x="8409943" y="1000808"/>
                  </a:lnTo>
                  <a:lnTo>
                    <a:pt x="8430291" y="987088"/>
                  </a:lnTo>
                  <a:lnTo>
                    <a:pt x="8444019" y="966738"/>
                  </a:lnTo>
                  <a:lnTo>
                    <a:pt x="8449056" y="941819"/>
                  </a:lnTo>
                  <a:lnTo>
                    <a:pt x="8449056" y="64007"/>
                  </a:lnTo>
                  <a:lnTo>
                    <a:pt x="8444019" y="39112"/>
                  </a:lnTo>
                  <a:lnTo>
                    <a:pt x="8430291" y="18764"/>
                  </a:lnTo>
                  <a:lnTo>
                    <a:pt x="8409943" y="5036"/>
                  </a:lnTo>
                  <a:lnTo>
                    <a:pt x="8385048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472" y="3776471"/>
              <a:ext cx="8449310" cy="1005840"/>
            </a:xfrm>
            <a:custGeom>
              <a:avLst/>
              <a:gdLst/>
              <a:ahLst/>
              <a:cxnLst/>
              <a:rect l="l" t="t" r="r" b="b"/>
              <a:pathLst>
                <a:path w="8449310" h="1005839">
                  <a:moveTo>
                    <a:pt x="0" y="64007"/>
                  </a:moveTo>
                  <a:lnTo>
                    <a:pt x="5031" y="39112"/>
                  </a:lnTo>
                  <a:lnTo>
                    <a:pt x="18751" y="18764"/>
                  </a:lnTo>
                  <a:lnTo>
                    <a:pt x="39101" y="5036"/>
                  </a:lnTo>
                  <a:lnTo>
                    <a:pt x="64020" y="0"/>
                  </a:lnTo>
                  <a:lnTo>
                    <a:pt x="8385048" y="0"/>
                  </a:lnTo>
                  <a:lnTo>
                    <a:pt x="8409943" y="5036"/>
                  </a:lnTo>
                  <a:lnTo>
                    <a:pt x="8430291" y="18764"/>
                  </a:lnTo>
                  <a:lnTo>
                    <a:pt x="8444019" y="39112"/>
                  </a:lnTo>
                  <a:lnTo>
                    <a:pt x="8449056" y="64007"/>
                  </a:lnTo>
                  <a:lnTo>
                    <a:pt x="8449056" y="941819"/>
                  </a:lnTo>
                  <a:lnTo>
                    <a:pt x="8444019" y="966738"/>
                  </a:lnTo>
                  <a:lnTo>
                    <a:pt x="8430291" y="987088"/>
                  </a:lnTo>
                  <a:lnTo>
                    <a:pt x="8409943" y="1000808"/>
                  </a:lnTo>
                  <a:lnTo>
                    <a:pt x="8385048" y="1005839"/>
                  </a:lnTo>
                  <a:lnTo>
                    <a:pt x="64020" y="1005839"/>
                  </a:lnTo>
                  <a:lnTo>
                    <a:pt x="39101" y="1000808"/>
                  </a:lnTo>
                  <a:lnTo>
                    <a:pt x="18751" y="987088"/>
                  </a:lnTo>
                  <a:lnTo>
                    <a:pt x="5031" y="966738"/>
                  </a:lnTo>
                  <a:lnTo>
                    <a:pt x="0" y="941819"/>
                  </a:lnTo>
                  <a:lnTo>
                    <a:pt x="0" y="64007"/>
                  </a:lnTo>
                  <a:close/>
                </a:path>
              </a:pathLst>
            </a:custGeom>
            <a:ln w="634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1931" y="3844239"/>
            <a:ext cx="111950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isLoading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4489" y="3844239"/>
            <a:ext cx="9004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ref(false)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ref([])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62448" y="3844239"/>
            <a:ext cx="199961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boolean</a:t>
            </a:r>
            <a:r>
              <a:rPr sz="950" spc="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—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is/has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prefix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//</a:t>
            </a:r>
            <a:r>
              <a:rPr sz="95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collection —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plural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noun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931" y="4133799"/>
            <a:ext cx="60788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5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totalAmount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computed(()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backings.value.reduce((s,b)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s</a:t>
            </a:r>
            <a:r>
              <a:rPr sz="95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+</a:t>
            </a:r>
            <a:r>
              <a:rPr sz="95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b.amount,</a:t>
            </a:r>
            <a:r>
              <a:rPr sz="950" spc="-25" dirty="0">
                <a:solidFill>
                  <a:srgbClr val="CAD4E0"/>
                </a:solidFill>
                <a:latin typeface="Courier New"/>
                <a:cs typeface="Courier New"/>
              </a:rPr>
              <a:t> 0))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Vue</a:t>
            </a:r>
            <a:r>
              <a:rPr spc="-65" dirty="0"/>
              <a:t> </a:t>
            </a:r>
            <a:r>
              <a:rPr dirty="0"/>
              <a:t>—</a:t>
            </a:r>
            <a:r>
              <a:rPr spc="-80" dirty="0"/>
              <a:t> </a:t>
            </a:r>
            <a:r>
              <a:rPr dirty="0"/>
              <a:t>Service</a:t>
            </a:r>
            <a:r>
              <a:rPr spc="-80" dirty="0"/>
              <a:t> </a:t>
            </a:r>
            <a:r>
              <a:rPr dirty="0"/>
              <a:t>Layer</a:t>
            </a:r>
            <a:r>
              <a:rPr spc="-50" dirty="0"/>
              <a:t> </a:t>
            </a:r>
            <a:r>
              <a:rPr dirty="0"/>
              <a:t>(Axios</a:t>
            </a:r>
            <a:r>
              <a:rPr spc="-65" dirty="0"/>
              <a:t> </a:t>
            </a:r>
            <a:r>
              <a:rPr dirty="0"/>
              <a:t>per</a:t>
            </a:r>
            <a:r>
              <a:rPr spc="-70" dirty="0"/>
              <a:t> </a:t>
            </a:r>
            <a:r>
              <a:rPr spc="-10" dirty="0"/>
              <a:t>Modul)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Pisahkan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HTTP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call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ke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services/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composable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tidak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boleh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tahu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tentang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axios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44297" y="1148969"/>
            <a:ext cx="3023870" cy="2219325"/>
            <a:chOff x="344297" y="1148969"/>
            <a:chExt cx="3023870" cy="2219325"/>
          </a:xfrm>
        </p:grpSpPr>
        <p:sp>
          <p:nvSpPr>
            <p:cNvPr id="6" name="object 6"/>
            <p:cNvSpPr/>
            <p:nvPr/>
          </p:nvSpPr>
          <p:spPr>
            <a:xfrm>
              <a:off x="347472" y="1152144"/>
              <a:ext cx="3017520" cy="2212975"/>
            </a:xfrm>
            <a:custGeom>
              <a:avLst/>
              <a:gdLst/>
              <a:ahLst/>
              <a:cxnLst/>
              <a:rect l="l" t="t" r="r" b="b"/>
              <a:pathLst>
                <a:path w="3017520" h="2212975">
                  <a:moveTo>
                    <a:pt x="2953512" y="0"/>
                  </a:moveTo>
                  <a:lnTo>
                    <a:pt x="64020" y="0"/>
                  </a:lnTo>
                  <a:lnTo>
                    <a:pt x="39101" y="5036"/>
                  </a:lnTo>
                  <a:lnTo>
                    <a:pt x="18751" y="18764"/>
                  </a:lnTo>
                  <a:lnTo>
                    <a:pt x="5031" y="39112"/>
                  </a:lnTo>
                  <a:lnTo>
                    <a:pt x="0" y="64007"/>
                  </a:lnTo>
                  <a:lnTo>
                    <a:pt x="0" y="2148839"/>
                  </a:lnTo>
                  <a:lnTo>
                    <a:pt x="5031" y="2173735"/>
                  </a:lnTo>
                  <a:lnTo>
                    <a:pt x="18751" y="2194083"/>
                  </a:lnTo>
                  <a:lnTo>
                    <a:pt x="39101" y="2207811"/>
                  </a:lnTo>
                  <a:lnTo>
                    <a:pt x="64020" y="2212847"/>
                  </a:lnTo>
                  <a:lnTo>
                    <a:pt x="2953512" y="2212847"/>
                  </a:lnTo>
                  <a:lnTo>
                    <a:pt x="2978407" y="2207811"/>
                  </a:lnTo>
                  <a:lnTo>
                    <a:pt x="2998755" y="2194083"/>
                  </a:lnTo>
                  <a:lnTo>
                    <a:pt x="3012483" y="2173735"/>
                  </a:lnTo>
                  <a:lnTo>
                    <a:pt x="3017519" y="2148839"/>
                  </a:lnTo>
                  <a:lnTo>
                    <a:pt x="3017519" y="64007"/>
                  </a:lnTo>
                  <a:lnTo>
                    <a:pt x="3012483" y="39112"/>
                  </a:lnTo>
                  <a:lnTo>
                    <a:pt x="2998755" y="18764"/>
                  </a:lnTo>
                  <a:lnTo>
                    <a:pt x="2978407" y="5036"/>
                  </a:lnTo>
                  <a:lnTo>
                    <a:pt x="2953512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7472" y="1152144"/>
              <a:ext cx="3017520" cy="2212975"/>
            </a:xfrm>
            <a:custGeom>
              <a:avLst/>
              <a:gdLst/>
              <a:ahLst/>
              <a:cxnLst/>
              <a:rect l="l" t="t" r="r" b="b"/>
              <a:pathLst>
                <a:path w="3017520" h="2212975">
                  <a:moveTo>
                    <a:pt x="0" y="64007"/>
                  </a:moveTo>
                  <a:lnTo>
                    <a:pt x="5031" y="39112"/>
                  </a:lnTo>
                  <a:lnTo>
                    <a:pt x="18751" y="18764"/>
                  </a:lnTo>
                  <a:lnTo>
                    <a:pt x="39101" y="5036"/>
                  </a:lnTo>
                  <a:lnTo>
                    <a:pt x="64020" y="0"/>
                  </a:lnTo>
                  <a:lnTo>
                    <a:pt x="2953512" y="0"/>
                  </a:lnTo>
                  <a:lnTo>
                    <a:pt x="2978407" y="5036"/>
                  </a:lnTo>
                  <a:lnTo>
                    <a:pt x="2998755" y="18764"/>
                  </a:lnTo>
                  <a:lnTo>
                    <a:pt x="3012483" y="39112"/>
                  </a:lnTo>
                  <a:lnTo>
                    <a:pt x="3017519" y="64007"/>
                  </a:lnTo>
                  <a:lnTo>
                    <a:pt x="3017519" y="2148839"/>
                  </a:lnTo>
                  <a:lnTo>
                    <a:pt x="3012483" y="2173735"/>
                  </a:lnTo>
                  <a:lnTo>
                    <a:pt x="2998755" y="2194083"/>
                  </a:lnTo>
                  <a:lnTo>
                    <a:pt x="2978407" y="2207811"/>
                  </a:lnTo>
                  <a:lnTo>
                    <a:pt x="2953512" y="2212847"/>
                  </a:lnTo>
                  <a:lnTo>
                    <a:pt x="64020" y="2212847"/>
                  </a:lnTo>
                  <a:lnTo>
                    <a:pt x="39101" y="2207811"/>
                  </a:lnTo>
                  <a:lnTo>
                    <a:pt x="18751" y="2194083"/>
                  </a:lnTo>
                  <a:lnTo>
                    <a:pt x="5031" y="2173735"/>
                  </a:lnTo>
                  <a:lnTo>
                    <a:pt x="0" y="2148839"/>
                  </a:lnTo>
                  <a:lnTo>
                    <a:pt x="0" y="64007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04016" y="1508887"/>
            <a:ext cx="1192530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axios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instance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/auth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931" y="1218945"/>
            <a:ext cx="1337945" cy="749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src/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services/</a:t>
            </a:r>
            <a:endParaRPr sz="950">
              <a:latin typeface="Courier New"/>
              <a:cs typeface="Courier New"/>
            </a:endParaRPr>
          </a:p>
          <a:p>
            <a:pPr marL="304800" marR="5080">
              <a:lnSpc>
                <a:spcPts val="1130"/>
              </a:lnSpc>
              <a:spcBef>
                <a:spcPts val="50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api.js authService.js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endpoints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1943227"/>
            <a:ext cx="133731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campaignService.js backingService.js notifService.js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236" y="2377567"/>
            <a:ext cx="9004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composables/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540" y="2522601"/>
            <a:ext cx="23590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51585" algn="l"/>
              </a:tabLst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useCampaign.js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pakai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service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useAuth.js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236" y="2812161"/>
            <a:ext cx="5353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stores/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40" y="2956941"/>
            <a:ext cx="141033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useCampaignStore.js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772" y="3471748"/>
            <a:ext cx="14109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Alur</a:t>
            </a:r>
            <a:r>
              <a:rPr sz="1100" b="1" spc="-2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tanggung</a:t>
            </a:r>
            <a:r>
              <a:rPr sz="1100" b="1" spc="-3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FB881"/>
                </a:solidFill>
                <a:latin typeface="Arial"/>
                <a:cs typeface="Arial"/>
              </a:rPr>
              <a:t>jawab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4297" y="3745865"/>
            <a:ext cx="518795" cy="317500"/>
            <a:chOff x="344297" y="3745865"/>
            <a:chExt cx="518795" cy="317500"/>
          </a:xfrm>
        </p:grpSpPr>
        <p:sp>
          <p:nvSpPr>
            <p:cNvPr id="17" name="object 17"/>
            <p:cNvSpPr/>
            <p:nvPr/>
          </p:nvSpPr>
          <p:spPr>
            <a:xfrm>
              <a:off x="347472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93" y="282971"/>
                  </a:lnTo>
                  <a:lnTo>
                    <a:pt x="13392" y="297503"/>
                  </a:lnTo>
                  <a:lnTo>
                    <a:pt x="27924" y="307302"/>
                  </a:lnTo>
                  <a:lnTo>
                    <a:pt x="45720" y="310896"/>
                  </a:lnTo>
                  <a:lnTo>
                    <a:pt x="466344" y="310896"/>
                  </a:lnTo>
                  <a:lnTo>
                    <a:pt x="484139" y="307302"/>
                  </a:lnTo>
                  <a:lnTo>
                    <a:pt x="498671" y="297503"/>
                  </a:lnTo>
                  <a:lnTo>
                    <a:pt x="508470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0" y="27914"/>
                  </a:lnTo>
                  <a:lnTo>
                    <a:pt x="498671" y="13382"/>
                  </a:lnTo>
                  <a:lnTo>
                    <a:pt x="48413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472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20" y="0"/>
                  </a:lnTo>
                  <a:lnTo>
                    <a:pt x="466344" y="0"/>
                  </a:lnTo>
                  <a:lnTo>
                    <a:pt x="484139" y="3589"/>
                  </a:lnTo>
                  <a:lnTo>
                    <a:pt x="498671" y="13382"/>
                  </a:lnTo>
                  <a:lnTo>
                    <a:pt x="508470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0" y="282971"/>
                  </a:lnTo>
                  <a:lnTo>
                    <a:pt x="498671" y="297503"/>
                  </a:lnTo>
                  <a:lnTo>
                    <a:pt x="484139" y="307302"/>
                  </a:lnTo>
                  <a:lnTo>
                    <a:pt x="466344" y="310896"/>
                  </a:lnTo>
                  <a:lnTo>
                    <a:pt x="45720" y="310896"/>
                  </a:lnTo>
                  <a:lnTo>
                    <a:pt x="27924" y="307302"/>
                  </a:lnTo>
                  <a:lnTo>
                    <a:pt x="13392" y="297503"/>
                  </a:lnTo>
                  <a:lnTo>
                    <a:pt x="3593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11225" y="3745865"/>
            <a:ext cx="518795" cy="317500"/>
            <a:chOff x="911225" y="3745865"/>
            <a:chExt cx="518795" cy="317500"/>
          </a:xfrm>
        </p:grpSpPr>
        <p:sp>
          <p:nvSpPr>
            <p:cNvPr id="20" name="object 20"/>
            <p:cNvSpPr/>
            <p:nvPr/>
          </p:nvSpPr>
          <p:spPr>
            <a:xfrm>
              <a:off x="914400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93" y="282971"/>
                  </a:lnTo>
                  <a:lnTo>
                    <a:pt x="13392" y="297503"/>
                  </a:lnTo>
                  <a:lnTo>
                    <a:pt x="2792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3" y="265176"/>
                  </a:lnTo>
                  <a:lnTo>
                    <a:pt x="512063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EBF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4400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3" y="45720"/>
                  </a:lnTo>
                  <a:lnTo>
                    <a:pt x="512063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24" y="307302"/>
                  </a:lnTo>
                  <a:lnTo>
                    <a:pt x="13392" y="297503"/>
                  </a:lnTo>
                  <a:lnTo>
                    <a:pt x="3593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478152" y="3745865"/>
            <a:ext cx="518795" cy="317500"/>
            <a:chOff x="1478152" y="3745865"/>
            <a:chExt cx="518795" cy="317500"/>
          </a:xfrm>
        </p:grpSpPr>
        <p:sp>
          <p:nvSpPr>
            <p:cNvPr id="23" name="object 23"/>
            <p:cNvSpPr/>
            <p:nvPr/>
          </p:nvSpPr>
          <p:spPr>
            <a:xfrm>
              <a:off x="1481327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81327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045080" y="3745865"/>
            <a:ext cx="518795" cy="317500"/>
            <a:chOff x="2045080" y="3745865"/>
            <a:chExt cx="518795" cy="317500"/>
          </a:xfrm>
        </p:grpSpPr>
        <p:sp>
          <p:nvSpPr>
            <p:cNvPr id="26" name="object 26"/>
            <p:cNvSpPr/>
            <p:nvPr/>
          </p:nvSpPr>
          <p:spPr>
            <a:xfrm>
              <a:off x="2048255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3" y="265176"/>
                  </a:lnTo>
                  <a:lnTo>
                    <a:pt x="512063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48255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3" y="45720"/>
                  </a:lnTo>
                  <a:lnTo>
                    <a:pt x="512063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2653" y="3804615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4338C9"/>
                </a:solidFill>
                <a:latin typeface="Arial"/>
                <a:cs typeface="Arial"/>
              </a:rPr>
              <a:t>Component 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600" b="1" dirty="0">
                <a:solidFill>
                  <a:srgbClr val="049569"/>
                </a:solidFill>
                <a:latin typeface="Arial"/>
                <a:cs typeface="Arial"/>
              </a:rPr>
              <a:t>Composable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195" baseline="-6172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25" b="1" baseline="-3703" dirty="0">
                <a:solidFill>
                  <a:srgbClr val="D97705"/>
                </a:solidFill>
                <a:latin typeface="Arial"/>
                <a:cs typeface="Arial"/>
              </a:rPr>
              <a:t>Service</a:t>
            </a:r>
            <a:r>
              <a:rPr sz="1125" b="1" spc="397" baseline="-3703" dirty="0">
                <a:solidFill>
                  <a:srgbClr val="D97705"/>
                </a:solidFill>
                <a:latin typeface="Arial"/>
                <a:cs typeface="Arial"/>
              </a:rPr>
              <a:t> 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195" baseline="-6172" dirty="0">
                <a:solidFill>
                  <a:srgbClr val="465469"/>
                </a:solidFill>
                <a:latin typeface="Arial MT"/>
                <a:cs typeface="Arial MT"/>
              </a:rPr>
              <a:t>  </a:t>
            </a:r>
            <a:r>
              <a:rPr sz="1125" b="1" spc="-15" baseline="-3703" dirty="0">
                <a:solidFill>
                  <a:srgbClr val="EE4444"/>
                </a:solidFill>
                <a:latin typeface="Arial"/>
                <a:cs typeface="Arial"/>
              </a:rPr>
              <a:t>api.js</a:t>
            </a:r>
            <a:endParaRPr sz="1125" baseline="-3703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12008" y="3745865"/>
            <a:ext cx="518795" cy="317500"/>
            <a:chOff x="2612008" y="3745865"/>
            <a:chExt cx="518795" cy="317500"/>
          </a:xfrm>
        </p:grpSpPr>
        <p:sp>
          <p:nvSpPr>
            <p:cNvPr id="30" name="object 30"/>
            <p:cNvSpPr/>
            <p:nvPr/>
          </p:nvSpPr>
          <p:spPr>
            <a:xfrm>
              <a:off x="2615183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20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15183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20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497582" y="3757371"/>
            <a:ext cx="579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baseline="-30864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247" baseline="-30864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Laravel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78632" y="3886911"/>
            <a:ext cx="18478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4772" y="929386"/>
            <a:ext cx="49085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3100" algn="l"/>
              </a:tabLst>
            </a:pP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Struktur</a:t>
            </a:r>
            <a:r>
              <a:rPr sz="1100" b="1" spc="-6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folder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	api.js</a:t>
            </a:r>
            <a:r>
              <a:rPr sz="1100" b="1" spc="-4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—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instance</a:t>
            </a:r>
            <a:r>
              <a:rPr sz="1100" b="1" spc="-3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tunggal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544696" y="1148969"/>
            <a:ext cx="5255260" cy="1995805"/>
            <a:chOff x="3544696" y="1148969"/>
            <a:chExt cx="5255260" cy="1995805"/>
          </a:xfrm>
        </p:grpSpPr>
        <p:sp>
          <p:nvSpPr>
            <p:cNvPr id="36" name="object 36"/>
            <p:cNvSpPr/>
            <p:nvPr/>
          </p:nvSpPr>
          <p:spPr>
            <a:xfrm>
              <a:off x="3547871" y="1152144"/>
              <a:ext cx="5248910" cy="1989455"/>
            </a:xfrm>
            <a:custGeom>
              <a:avLst/>
              <a:gdLst/>
              <a:ahLst/>
              <a:cxnLst/>
              <a:rect l="l" t="t" r="r" b="b"/>
              <a:pathLst>
                <a:path w="5248909" h="1989455">
                  <a:moveTo>
                    <a:pt x="5159375" y="0"/>
                  </a:moveTo>
                  <a:lnTo>
                    <a:pt x="89280" y="0"/>
                  </a:lnTo>
                  <a:lnTo>
                    <a:pt x="54542" y="7020"/>
                  </a:lnTo>
                  <a:lnTo>
                    <a:pt x="26162" y="26161"/>
                  </a:lnTo>
                  <a:lnTo>
                    <a:pt x="7020" y="54542"/>
                  </a:lnTo>
                  <a:lnTo>
                    <a:pt x="0" y="89280"/>
                  </a:lnTo>
                  <a:lnTo>
                    <a:pt x="0" y="1900173"/>
                  </a:lnTo>
                  <a:lnTo>
                    <a:pt x="7020" y="1934912"/>
                  </a:lnTo>
                  <a:lnTo>
                    <a:pt x="26161" y="1963292"/>
                  </a:lnTo>
                  <a:lnTo>
                    <a:pt x="54542" y="1982434"/>
                  </a:lnTo>
                  <a:lnTo>
                    <a:pt x="89280" y="1989454"/>
                  </a:lnTo>
                  <a:lnTo>
                    <a:pt x="5159375" y="1989454"/>
                  </a:lnTo>
                  <a:lnTo>
                    <a:pt x="5194113" y="1982434"/>
                  </a:lnTo>
                  <a:lnTo>
                    <a:pt x="5222494" y="1963292"/>
                  </a:lnTo>
                  <a:lnTo>
                    <a:pt x="5241635" y="1934912"/>
                  </a:lnTo>
                  <a:lnTo>
                    <a:pt x="5248656" y="1900173"/>
                  </a:lnTo>
                  <a:lnTo>
                    <a:pt x="5248656" y="89280"/>
                  </a:lnTo>
                  <a:lnTo>
                    <a:pt x="5241635" y="54542"/>
                  </a:lnTo>
                  <a:lnTo>
                    <a:pt x="5222493" y="26162"/>
                  </a:lnTo>
                  <a:lnTo>
                    <a:pt x="5194113" y="7020"/>
                  </a:lnTo>
                  <a:lnTo>
                    <a:pt x="5159375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47871" y="1152144"/>
              <a:ext cx="5248910" cy="1989455"/>
            </a:xfrm>
            <a:custGeom>
              <a:avLst/>
              <a:gdLst/>
              <a:ahLst/>
              <a:cxnLst/>
              <a:rect l="l" t="t" r="r" b="b"/>
              <a:pathLst>
                <a:path w="5248909" h="1989455">
                  <a:moveTo>
                    <a:pt x="0" y="89280"/>
                  </a:moveTo>
                  <a:lnTo>
                    <a:pt x="7020" y="54542"/>
                  </a:lnTo>
                  <a:lnTo>
                    <a:pt x="26162" y="26161"/>
                  </a:lnTo>
                  <a:lnTo>
                    <a:pt x="54542" y="7020"/>
                  </a:lnTo>
                  <a:lnTo>
                    <a:pt x="89280" y="0"/>
                  </a:lnTo>
                  <a:lnTo>
                    <a:pt x="5159375" y="0"/>
                  </a:lnTo>
                  <a:lnTo>
                    <a:pt x="5194113" y="7020"/>
                  </a:lnTo>
                  <a:lnTo>
                    <a:pt x="5222493" y="26162"/>
                  </a:lnTo>
                  <a:lnTo>
                    <a:pt x="5241635" y="54542"/>
                  </a:lnTo>
                  <a:lnTo>
                    <a:pt x="5248656" y="89280"/>
                  </a:lnTo>
                  <a:lnTo>
                    <a:pt x="5248656" y="1900173"/>
                  </a:lnTo>
                  <a:lnTo>
                    <a:pt x="5241635" y="1934912"/>
                  </a:lnTo>
                  <a:lnTo>
                    <a:pt x="5222494" y="1963292"/>
                  </a:lnTo>
                  <a:lnTo>
                    <a:pt x="5194113" y="1982434"/>
                  </a:lnTo>
                  <a:lnTo>
                    <a:pt x="5159375" y="1989454"/>
                  </a:lnTo>
                  <a:lnTo>
                    <a:pt x="89280" y="1989454"/>
                  </a:lnTo>
                  <a:lnTo>
                    <a:pt x="54542" y="1982434"/>
                  </a:lnTo>
                  <a:lnTo>
                    <a:pt x="26161" y="1963292"/>
                  </a:lnTo>
                  <a:lnTo>
                    <a:pt x="7020" y="1934912"/>
                  </a:lnTo>
                  <a:lnTo>
                    <a:pt x="0" y="1900173"/>
                  </a:lnTo>
                  <a:lnTo>
                    <a:pt x="0" y="89280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72966" y="1218946"/>
            <a:ext cx="17329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import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axios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from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'axios'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72966" y="1493646"/>
            <a:ext cx="27571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api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axios.create({</a:t>
            </a:r>
            <a:endParaRPr sz="9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baseURL:</a:t>
            </a:r>
            <a:r>
              <a:rPr sz="900" spc="-7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import.meta.env.VITE_API_URL,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72966" y="2042286"/>
            <a:ext cx="418972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marR="1097280" indent="-13716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api.interceptors.request.use((config)</a:t>
            </a:r>
            <a:r>
              <a:rPr sz="900" spc="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00" spc="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token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localStorage.getItem('token')</a:t>
            </a:r>
            <a:endParaRPr sz="9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if</a:t>
            </a:r>
            <a:r>
              <a:rPr sz="90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(token)</a:t>
            </a:r>
            <a:r>
              <a:rPr sz="90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config.headers.Authorization</a:t>
            </a:r>
            <a:r>
              <a:rPr sz="90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`Bearer</a:t>
            </a:r>
            <a:r>
              <a:rPr sz="900" spc="-1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${token}`</a:t>
            </a:r>
            <a:endParaRPr sz="9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return</a:t>
            </a:r>
            <a:r>
              <a:rPr sz="90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config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72966" y="2865501"/>
            <a:ext cx="1255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export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default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api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Vue</a:t>
            </a:r>
            <a:r>
              <a:rPr spc="-65" dirty="0"/>
              <a:t> </a:t>
            </a:r>
            <a:r>
              <a:rPr dirty="0"/>
              <a:t>—</a:t>
            </a:r>
            <a:r>
              <a:rPr spc="-80" dirty="0"/>
              <a:t> </a:t>
            </a:r>
            <a:r>
              <a:rPr dirty="0"/>
              <a:t>Service</a:t>
            </a:r>
            <a:r>
              <a:rPr spc="-80" dirty="0"/>
              <a:t> </a:t>
            </a:r>
            <a:r>
              <a:rPr dirty="0"/>
              <a:t>Layer</a:t>
            </a:r>
            <a:r>
              <a:rPr spc="-50" dirty="0"/>
              <a:t> </a:t>
            </a:r>
            <a:r>
              <a:rPr dirty="0"/>
              <a:t>(Axios</a:t>
            </a:r>
            <a:r>
              <a:rPr spc="-65" dirty="0"/>
              <a:t> </a:t>
            </a:r>
            <a:r>
              <a:rPr dirty="0"/>
              <a:t>per</a:t>
            </a:r>
            <a:r>
              <a:rPr spc="-70" dirty="0"/>
              <a:t> </a:t>
            </a:r>
            <a:r>
              <a:rPr spc="-10" dirty="0"/>
              <a:t>Modul)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Pisahkan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HTTP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call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ke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services/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composable</a:t>
            </a:r>
            <a:r>
              <a:rPr sz="1100" b="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tidak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boleh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tahu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tentang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axios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804672"/>
            <a:ext cx="8449310" cy="0"/>
          </a:xfrm>
          <a:custGeom>
            <a:avLst/>
            <a:gdLst/>
            <a:ahLst/>
            <a:cxnLst/>
            <a:rect l="l" t="t" r="r" b="b"/>
            <a:pathLst>
              <a:path w="8449310">
                <a:moveTo>
                  <a:pt x="0" y="0"/>
                </a:moveTo>
                <a:lnTo>
                  <a:pt x="8449056" y="0"/>
                </a:lnTo>
              </a:path>
            </a:pathLst>
          </a:custGeom>
          <a:ln w="635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4772" y="929386"/>
            <a:ext cx="49085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3100" algn="l"/>
              </a:tabLst>
            </a:pP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Struktur</a:t>
            </a:r>
            <a:r>
              <a:rPr sz="1100" b="1" spc="-6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folder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	api.js</a:t>
            </a:r>
            <a:r>
              <a:rPr sz="1100" b="1" spc="-4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—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instance</a:t>
            </a:r>
            <a:r>
              <a:rPr sz="1100" b="1" spc="-3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tunggal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4297" y="1148969"/>
            <a:ext cx="3023870" cy="2219325"/>
            <a:chOff x="344297" y="1148969"/>
            <a:chExt cx="3023870" cy="2219325"/>
          </a:xfrm>
        </p:grpSpPr>
        <p:sp>
          <p:nvSpPr>
            <p:cNvPr id="7" name="object 7"/>
            <p:cNvSpPr/>
            <p:nvPr/>
          </p:nvSpPr>
          <p:spPr>
            <a:xfrm>
              <a:off x="347472" y="1152144"/>
              <a:ext cx="3017520" cy="2212975"/>
            </a:xfrm>
            <a:custGeom>
              <a:avLst/>
              <a:gdLst/>
              <a:ahLst/>
              <a:cxnLst/>
              <a:rect l="l" t="t" r="r" b="b"/>
              <a:pathLst>
                <a:path w="3017520" h="2212975">
                  <a:moveTo>
                    <a:pt x="2953512" y="0"/>
                  </a:moveTo>
                  <a:lnTo>
                    <a:pt x="64020" y="0"/>
                  </a:lnTo>
                  <a:lnTo>
                    <a:pt x="39101" y="5036"/>
                  </a:lnTo>
                  <a:lnTo>
                    <a:pt x="18751" y="18764"/>
                  </a:lnTo>
                  <a:lnTo>
                    <a:pt x="5031" y="39112"/>
                  </a:lnTo>
                  <a:lnTo>
                    <a:pt x="0" y="64007"/>
                  </a:lnTo>
                  <a:lnTo>
                    <a:pt x="0" y="2148839"/>
                  </a:lnTo>
                  <a:lnTo>
                    <a:pt x="5031" y="2173735"/>
                  </a:lnTo>
                  <a:lnTo>
                    <a:pt x="18751" y="2194083"/>
                  </a:lnTo>
                  <a:lnTo>
                    <a:pt x="39101" y="2207811"/>
                  </a:lnTo>
                  <a:lnTo>
                    <a:pt x="64020" y="2212847"/>
                  </a:lnTo>
                  <a:lnTo>
                    <a:pt x="2953512" y="2212847"/>
                  </a:lnTo>
                  <a:lnTo>
                    <a:pt x="2978407" y="2207811"/>
                  </a:lnTo>
                  <a:lnTo>
                    <a:pt x="2998755" y="2194083"/>
                  </a:lnTo>
                  <a:lnTo>
                    <a:pt x="3012483" y="2173735"/>
                  </a:lnTo>
                  <a:lnTo>
                    <a:pt x="3017519" y="2148839"/>
                  </a:lnTo>
                  <a:lnTo>
                    <a:pt x="3017519" y="64007"/>
                  </a:lnTo>
                  <a:lnTo>
                    <a:pt x="3012483" y="39112"/>
                  </a:lnTo>
                  <a:lnTo>
                    <a:pt x="2998755" y="18764"/>
                  </a:lnTo>
                  <a:lnTo>
                    <a:pt x="2978407" y="5036"/>
                  </a:lnTo>
                  <a:lnTo>
                    <a:pt x="2953512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472" y="1152144"/>
              <a:ext cx="3017520" cy="2212975"/>
            </a:xfrm>
            <a:custGeom>
              <a:avLst/>
              <a:gdLst/>
              <a:ahLst/>
              <a:cxnLst/>
              <a:rect l="l" t="t" r="r" b="b"/>
              <a:pathLst>
                <a:path w="3017520" h="2212975">
                  <a:moveTo>
                    <a:pt x="0" y="64007"/>
                  </a:moveTo>
                  <a:lnTo>
                    <a:pt x="5031" y="39112"/>
                  </a:lnTo>
                  <a:lnTo>
                    <a:pt x="18751" y="18764"/>
                  </a:lnTo>
                  <a:lnTo>
                    <a:pt x="39101" y="5036"/>
                  </a:lnTo>
                  <a:lnTo>
                    <a:pt x="64020" y="0"/>
                  </a:lnTo>
                  <a:lnTo>
                    <a:pt x="2953512" y="0"/>
                  </a:lnTo>
                  <a:lnTo>
                    <a:pt x="2978407" y="5036"/>
                  </a:lnTo>
                  <a:lnTo>
                    <a:pt x="2998755" y="18764"/>
                  </a:lnTo>
                  <a:lnTo>
                    <a:pt x="3012483" y="39112"/>
                  </a:lnTo>
                  <a:lnTo>
                    <a:pt x="3017519" y="64007"/>
                  </a:lnTo>
                  <a:lnTo>
                    <a:pt x="3017519" y="2148839"/>
                  </a:lnTo>
                  <a:lnTo>
                    <a:pt x="3012483" y="2173735"/>
                  </a:lnTo>
                  <a:lnTo>
                    <a:pt x="2998755" y="2194083"/>
                  </a:lnTo>
                  <a:lnTo>
                    <a:pt x="2978407" y="2207811"/>
                  </a:lnTo>
                  <a:lnTo>
                    <a:pt x="2953512" y="2212847"/>
                  </a:lnTo>
                  <a:lnTo>
                    <a:pt x="64020" y="2212847"/>
                  </a:lnTo>
                  <a:lnTo>
                    <a:pt x="39101" y="2207811"/>
                  </a:lnTo>
                  <a:lnTo>
                    <a:pt x="18751" y="2194083"/>
                  </a:lnTo>
                  <a:lnTo>
                    <a:pt x="5031" y="2173735"/>
                  </a:lnTo>
                  <a:lnTo>
                    <a:pt x="0" y="2148839"/>
                  </a:lnTo>
                  <a:lnTo>
                    <a:pt x="0" y="64007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04016" y="1508887"/>
            <a:ext cx="1192530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95"/>
              </a:spcBef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axios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instance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←</a:t>
            </a:r>
            <a:r>
              <a:rPr sz="95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/auth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931" y="1218945"/>
            <a:ext cx="1337945" cy="749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src/</a:t>
            </a:r>
            <a:endParaRPr sz="95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services/</a:t>
            </a:r>
            <a:endParaRPr sz="950">
              <a:latin typeface="Courier New"/>
              <a:cs typeface="Courier New"/>
            </a:endParaRPr>
          </a:p>
          <a:p>
            <a:pPr marL="304800" marR="5080">
              <a:lnSpc>
                <a:spcPts val="1130"/>
              </a:lnSpc>
              <a:spcBef>
                <a:spcPts val="50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api.js authService.js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endpoints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1943227"/>
            <a:ext cx="133731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campaignService.js backingService.js notifService.js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236" y="2377567"/>
            <a:ext cx="9004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composables/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2522601"/>
            <a:ext cx="23590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51585" algn="l"/>
              </a:tabLst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useCampaign.js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	←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AD4E0"/>
                </a:solidFill>
                <a:latin typeface="Courier New"/>
                <a:cs typeface="Courier New"/>
              </a:rPr>
              <a:t>pakai</a:t>
            </a:r>
            <a:r>
              <a:rPr sz="95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service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useAuth.js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236" y="2812161"/>
            <a:ext cx="5353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stores/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2956941"/>
            <a:ext cx="141033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CAD4E0"/>
                </a:solidFill>
                <a:latin typeface="Courier New"/>
                <a:cs typeface="Courier New"/>
              </a:rPr>
              <a:t>useCampaignStore.js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772" y="3471748"/>
            <a:ext cx="14109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Alur</a:t>
            </a:r>
            <a:r>
              <a:rPr sz="1100" b="1" spc="-2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tanggung</a:t>
            </a:r>
            <a:r>
              <a:rPr sz="1100" b="1" spc="-3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FB881"/>
                </a:solidFill>
                <a:latin typeface="Arial"/>
                <a:cs typeface="Arial"/>
              </a:rPr>
              <a:t>jawab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4297" y="3745865"/>
            <a:ext cx="518795" cy="317500"/>
            <a:chOff x="344297" y="3745865"/>
            <a:chExt cx="518795" cy="317500"/>
          </a:xfrm>
        </p:grpSpPr>
        <p:sp>
          <p:nvSpPr>
            <p:cNvPr id="18" name="object 18"/>
            <p:cNvSpPr/>
            <p:nvPr/>
          </p:nvSpPr>
          <p:spPr>
            <a:xfrm>
              <a:off x="347472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93" y="282971"/>
                  </a:lnTo>
                  <a:lnTo>
                    <a:pt x="13392" y="297503"/>
                  </a:lnTo>
                  <a:lnTo>
                    <a:pt x="27924" y="307302"/>
                  </a:lnTo>
                  <a:lnTo>
                    <a:pt x="45720" y="310896"/>
                  </a:lnTo>
                  <a:lnTo>
                    <a:pt x="466344" y="310896"/>
                  </a:lnTo>
                  <a:lnTo>
                    <a:pt x="484139" y="307302"/>
                  </a:lnTo>
                  <a:lnTo>
                    <a:pt x="498671" y="297503"/>
                  </a:lnTo>
                  <a:lnTo>
                    <a:pt x="508470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0" y="27914"/>
                  </a:lnTo>
                  <a:lnTo>
                    <a:pt x="498671" y="13382"/>
                  </a:lnTo>
                  <a:lnTo>
                    <a:pt x="48413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472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20" y="0"/>
                  </a:lnTo>
                  <a:lnTo>
                    <a:pt x="466344" y="0"/>
                  </a:lnTo>
                  <a:lnTo>
                    <a:pt x="484139" y="3589"/>
                  </a:lnTo>
                  <a:lnTo>
                    <a:pt x="498671" y="13382"/>
                  </a:lnTo>
                  <a:lnTo>
                    <a:pt x="508470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0" y="282971"/>
                  </a:lnTo>
                  <a:lnTo>
                    <a:pt x="498671" y="297503"/>
                  </a:lnTo>
                  <a:lnTo>
                    <a:pt x="484139" y="307302"/>
                  </a:lnTo>
                  <a:lnTo>
                    <a:pt x="466344" y="310896"/>
                  </a:lnTo>
                  <a:lnTo>
                    <a:pt x="45720" y="310896"/>
                  </a:lnTo>
                  <a:lnTo>
                    <a:pt x="27924" y="307302"/>
                  </a:lnTo>
                  <a:lnTo>
                    <a:pt x="13392" y="297503"/>
                  </a:lnTo>
                  <a:lnTo>
                    <a:pt x="3593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11225" y="3745865"/>
            <a:ext cx="518795" cy="317500"/>
            <a:chOff x="911225" y="3745865"/>
            <a:chExt cx="518795" cy="317500"/>
          </a:xfrm>
        </p:grpSpPr>
        <p:sp>
          <p:nvSpPr>
            <p:cNvPr id="21" name="object 21"/>
            <p:cNvSpPr/>
            <p:nvPr/>
          </p:nvSpPr>
          <p:spPr>
            <a:xfrm>
              <a:off x="914400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93" y="282971"/>
                  </a:lnTo>
                  <a:lnTo>
                    <a:pt x="13392" y="297503"/>
                  </a:lnTo>
                  <a:lnTo>
                    <a:pt x="2792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3" y="265176"/>
                  </a:lnTo>
                  <a:lnTo>
                    <a:pt x="512063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EBF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4400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3" y="45720"/>
                  </a:lnTo>
                  <a:lnTo>
                    <a:pt x="512063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24" y="307302"/>
                  </a:lnTo>
                  <a:lnTo>
                    <a:pt x="13392" y="297503"/>
                  </a:lnTo>
                  <a:lnTo>
                    <a:pt x="3593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78152" y="3745865"/>
            <a:ext cx="518795" cy="317500"/>
            <a:chOff x="1478152" y="3745865"/>
            <a:chExt cx="518795" cy="317500"/>
          </a:xfrm>
        </p:grpSpPr>
        <p:sp>
          <p:nvSpPr>
            <p:cNvPr id="24" name="object 24"/>
            <p:cNvSpPr/>
            <p:nvPr/>
          </p:nvSpPr>
          <p:spPr>
            <a:xfrm>
              <a:off x="1481327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81327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045080" y="3745865"/>
            <a:ext cx="518795" cy="317500"/>
            <a:chOff x="2045080" y="3745865"/>
            <a:chExt cx="518795" cy="317500"/>
          </a:xfrm>
        </p:grpSpPr>
        <p:sp>
          <p:nvSpPr>
            <p:cNvPr id="27" name="object 27"/>
            <p:cNvSpPr/>
            <p:nvPr/>
          </p:nvSpPr>
          <p:spPr>
            <a:xfrm>
              <a:off x="2048255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19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3" y="265176"/>
                  </a:lnTo>
                  <a:lnTo>
                    <a:pt x="512063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48255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3" y="45720"/>
                  </a:lnTo>
                  <a:lnTo>
                    <a:pt x="512063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19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2653" y="3804615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4338C9"/>
                </a:solidFill>
                <a:latin typeface="Arial"/>
                <a:cs typeface="Arial"/>
              </a:rPr>
              <a:t>Component 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600" b="1" dirty="0">
                <a:solidFill>
                  <a:srgbClr val="049569"/>
                </a:solidFill>
                <a:latin typeface="Arial"/>
                <a:cs typeface="Arial"/>
              </a:rPr>
              <a:t>Composable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195" baseline="-6172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25" b="1" baseline="-3703" dirty="0">
                <a:solidFill>
                  <a:srgbClr val="D97705"/>
                </a:solidFill>
                <a:latin typeface="Arial"/>
                <a:cs typeface="Arial"/>
              </a:rPr>
              <a:t>Service</a:t>
            </a:r>
            <a:r>
              <a:rPr sz="1125" b="1" spc="397" baseline="-3703" dirty="0">
                <a:solidFill>
                  <a:srgbClr val="D97705"/>
                </a:solidFill>
                <a:latin typeface="Arial"/>
                <a:cs typeface="Arial"/>
              </a:rPr>
              <a:t> </a:t>
            </a:r>
            <a:r>
              <a:rPr sz="1350" baseline="-6172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195" baseline="-6172" dirty="0">
                <a:solidFill>
                  <a:srgbClr val="465469"/>
                </a:solidFill>
                <a:latin typeface="Arial MT"/>
                <a:cs typeface="Arial MT"/>
              </a:rPr>
              <a:t>  </a:t>
            </a:r>
            <a:r>
              <a:rPr sz="1125" b="1" spc="-15" baseline="-3703" dirty="0">
                <a:solidFill>
                  <a:srgbClr val="EE4444"/>
                </a:solidFill>
                <a:latin typeface="Arial"/>
                <a:cs typeface="Arial"/>
              </a:rPr>
              <a:t>api.js</a:t>
            </a:r>
            <a:endParaRPr sz="1125" baseline="-3703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12008" y="3745865"/>
            <a:ext cx="518795" cy="317500"/>
            <a:chOff x="2612008" y="3745865"/>
            <a:chExt cx="518795" cy="317500"/>
          </a:xfrm>
        </p:grpSpPr>
        <p:sp>
          <p:nvSpPr>
            <p:cNvPr id="31" name="object 31"/>
            <p:cNvSpPr/>
            <p:nvPr/>
          </p:nvSpPr>
          <p:spPr>
            <a:xfrm>
              <a:off x="2615183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466344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65176"/>
                  </a:lnTo>
                  <a:lnTo>
                    <a:pt x="3589" y="282971"/>
                  </a:lnTo>
                  <a:lnTo>
                    <a:pt x="13382" y="297503"/>
                  </a:lnTo>
                  <a:lnTo>
                    <a:pt x="27914" y="307302"/>
                  </a:lnTo>
                  <a:lnTo>
                    <a:pt x="45720" y="310896"/>
                  </a:lnTo>
                  <a:lnTo>
                    <a:pt x="466344" y="310896"/>
                  </a:lnTo>
                  <a:lnTo>
                    <a:pt x="484149" y="307302"/>
                  </a:lnTo>
                  <a:lnTo>
                    <a:pt x="498681" y="297503"/>
                  </a:lnTo>
                  <a:lnTo>
                    <a:pt x="508474" y="282971"/>
                  </a:lnTo>
                  <a:lnTo>
                    <a:pt x="512064" y="265176"/>
                  </a:lnTo>
                  <a:lnTo>
                    <a:pt x="512064" y="45720"/>
                  </a:lnTo>
                  <a:lnTo>
                    <a:pt x="508474" y="27914"/>
                  </a:lnTo>
                  <a:lnTo>
                    <a:pt x="498681" y="13382"/>
                  </a:lnTo>
                  <a:lnTo>
                    <a:pt x="484149" y="3589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15183" y="3749040"/>
              <a:ext cx="512445" cy="311150"/>
            </a:xfrm>
            <a:custGeom>
              <a:avLst/>
              <a:gdLst/>
              <a:ahLst/>
              <a:cxnLst/>
              <a:rect l="l" t="t" r="r" b="b"/>
              <a:pathLst>
                <a:path w="512444" h="31115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466344" y="0"/>
                  </a:lnTo>
                  <a:lnTo>
                    <a:pt x="484149" y="3589"/>
                  </a:lnTo>
                  <a:lnTo>
                    <a:pt x="498681" y="13382"/>
                  </a:lnTo>
                  <a:lnTo>
                    <a:pt x="508474" y="27914"/>
                  </a:lnTo>
                  <a:lnTo>
                    <a:pt x="512064" y="45720"/>
                  </a:lnTo>
                  <a:lnTo>
                    <a:pt x="512064" y="265176"/>
                  </a:lnTo>
                  <a:lnTo>
                    <a:pt x="508474" y="282971"/>
                  </a:lnTo>
                  <a:lnTo>
                    <a:pt x="498681" y="297503"/>
                  </a:lnTo>
                  <a:lnTo>
                    <a:pt x="484149" y="307302"/>
                  </a:lnTo>
                  <a:lnTo>
                    <a:pt x="466344" y="310896"/>
                  </a:lnTo>
                  <a:lnTo>
                    <a:pt x="45720" y="310896"/>
                  </a:lnTo>
                  <a:lnTo>
                    <a:pt x="27914" y="307302"/>
                  </a:lnTo>
                  <a:lnTo>
                    <a:pt x="13382" y="297503"/>
                  </a:lnTo>
                  <a:lnTo>
                    <a:pt x="3589" y="282971"/>
                  </a:lnTo>
                  <a:lnTo>
                    <a:pt x="0" y="265176"/>
                  </a:lnTo>
                  <a:lnTo>
                    <a:pt x="0" y="45720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497582" y="3757371"/>
            <a:ext cx="579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baseline="-30864" dirty="0">
                <a:solidFill>
                  <a:srgbClr val="465469"/>
                </a:solidFill>
                <a:latin typeface="Arial MT"/>
                <a:cs typeface="Arial MT"/>
              </a:rPr>
              <a:t>→</a:t>
            </a:r>
            <a:r>
              <a:rPr sz="1350" spc="247" baseline="-30864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Laravel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78632" y="3886911"/>
            <a:ext cx="18478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544696" y="1148969"/>
            <a:ext cx="5255260" cy="88900"/>
            <a:chOff x="3544696" y="1148969"/>
            <a:chExt cx="5255260" cy="88900"/>
          </a:xfrm>
        </p:grpSpPr>
        <p:sp>
          <p:nvSpPr>
            <p:cNvPr id="36" name="object 36"/>
            <p:cNvSpPr/>
            <p:nvPr/>
          </p:nvSpPr>
          <p:spPr>
            <a:xfrm>
              <a:off x="3547871" y="1152144"/>
              <a:ext cx="5248910" cy="82550"/>
            </a:xfrm>
            <a:custGeom>
              <a:avLst/>
              <a:gdLst/>
              <a:ahLst/>
              <a:cxnLst/>
              <a:rect l="l" t="t" r="r" b="b"/>
              <a:pathLst>
                <a:path w="5248909" h="82550">
                  <a:moveTo>
                    <a:pt x="5247005" y="0"/>
                  </a:moveTo>
                  <a:lnTo>
                    <a:pt x="1650" y="0"/>
                  </a:lnTo>
                  <a:lnTo>
                    <a:pt x="0" y="1650"/>
                  </a:lnTo>
                  <a:lnTo>
                    <a:pt x="0" y="3682"/>
                  </a:lnTo>
                  <a:lnTo>
                    <a:pt x="0" y="80644"/>
                  </a:lnTo>
                  <a:lnTo>
                    <a:pt x="1650" y="82295"/>
                  </a:lnTo>
                  <a:lnTo>
                    <a:pt x="5247005" y="82295"/>
                  </a:lnTo>
                  <a:lnTo>
                    <a:pt x="5248656" y="80644"/>
                  </a:lnTo>
                  <a:lnTo>
                    <a:pt x="5248656" y="1650"/>
                  </a:lnTo>
                  <a:lnTo>
                    <a:pt x="5247005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47871" y="1152144"/>
              <a:ext cx="5248910" cy="82550"/>
            </a:xfrm>
            <a:custGeom>
              <a:avLst/>
              <a:gdLst/>
              <a:ahLst/>
              <a:cxnLst/>
              <a:rect l="l" t="t" r="r" b="b"/>
              <a:pathLst>
                <a:path w="5248909" h="82550">
                  <a:moveTo>
                    <a:pt x="0" y="3682"/>
                  </a:moveTo>
                  <a:lnTo>
                    <a:pt x="0" y="1650"/>
                  </a:lnTo>
                  <a:lnTo>
                    <a:pt x="1650" y="0"/>
                  </a:lnTo>
                  <a:lnTo>
                    <a:pt x="3682" y="0"/>
                  </a:lnTo>
                  <a:lnTo>
                    <a:pt x="5244973" y="0"/>
                  </a:lnTo>
                  <a:lnTo>
                    <a:pt x="5247005" y="0"/>
                  </a:lnTo>
                  <a:lnTo>
                    <a:pt x="5248656" y="1650"/>
                  </a:lnTo>
                  <a:lnTo>
                    <a:pt x="5248656" y="3682"/>
                  </a:lnTo>
                  <a:lnTo>
                    <a:pt x="5248656" y="78612"/>
                  </a:lnTo>
                  <a:lnTo>
                    <a:pt x="5248656" y="80644"/>
                  </a:lnTo>
                  <a:lnTo>
                    <a:pt x="5247005" y="82295"/>
                  </a:lnTo>
                  <a:lnTo>
                    <a:pt x="5244973" y="82295"/>
                  </a:lnTo>
                  <a:lnTo>
                    <a:pt x="3682" y="82295"/>
                  </a:lnTo>
                  <a:lnTo>
                    <a:pt x="1650" y="82295"/>
                  </a:lnTo>
                  <a:lnTo>
                    <a:pt x="0" y="80644"/>
                  </a:lnTo>
                  <a:lnTo>
                    <a:pt x="0" y="78612"/>
                  </a:lnTo>
                  <a:lnTo>
                    <a:pt x="0" y="3682"/>
                  </a:lnTo>
                  <a:close/>
                </a:path>
              </a:pathLst>
            </a:custGeom>
            <a:ln w="634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544696" y="1489583"/>
            <a:ext cx="5255260" cy="1460500"/>
            <a:chOff x="3544696" y="1489583"/>
            <a:chExt cx="5255260" cy="1460500"/>
          </a:xfrm>
        </p:grpSpPr>
        <p:sp>
          <p:nvSpPr>
            <p:cNvPr id="39" name="object 39"/>
            <p:cNvSpPr/>
            <p:nvPr/>
          </p:nvSpPr>
          <p:spPr>
            <a:xfrm>
              <a:off x="3547871" y="1492758"/>
              <a:ext cx="5248910" cy="1454150"/>
            </a:xfrm>
            <a:custGeom>
              <a:avLst/>
              <a:gdLst/>
              <a:ahLst/>
              <a:cxnLst/>
              <a:rect l="l" t="t" r="r" b="b"/>
              <a:pathLst>
                <a:path w="5248909" h="1454150">
                  <a:moveTo>
                    <a:pt x="5169154" y="0"/>
                  </a:moveTo>
                  <a:lnTo>
                    <a:pt x="79501" y="0"/>
                  </a:lnTo>
                  <a:lnTo>
                    <a:pt x="48541" y="6242"/>
                  </a:lnTo>
                  <a:lnTo>
                    <a:pt x="23272" y="23272"/>
                  </a:lnTo>
                  <a:lnTo>
                    <a:pt x="6242" y="48541"/>
                  </a:lnTo>
                  <a:lnTo>
                    <a:pt x="0" y="79501"/>
                  </a:lnTo>
                  <a:lnTo>
                    <a:pt x="0" y="1374393"/>
                  </a:lnTo>
                  <a:lnTo>
                    <a:pt x="6242" y="1405354"/>
                  </a:lnTo>
                  <a:lnTo>
                    <a:pt x="23272" y="1430623"/>
                  </a:lnTo>
                  <a:lnTo>
                    <a:pt x="48541" y="1447653"/>
                  </a:lnTo>
                  <a:lnTo>
                    <a:pt x="79501" y="1453895"/>
                  </a:lnTo>
                  <a:lnTo>
                    <a:pt x="5169154" y="1453895"/>
                  </a:lnTo>
                  <a:lnTo>
                    <a:pt x="5200114" y="1447653"/>
                  </a:lnTo>
                  <a:lnTo>
                    <a:pt x="5225383" y="1430623"/>
                  </a:lnTo>
                  <a:lnTo>
                    <a:pt x="5242413" y="1405354"/>
                  </a:lnTo>
                  <a:lnTo>
                    <a:pt x="5248656" y="1374393"/>
                  </a:lnTo>
                  <a:lnTo>
                    <a:pt x="5248656" y="79501"/>
                  </a:lnTo>
                  <a:lnTo>
                    <a:pt x="5242413" y="48541"/>
                  </a:lnTo>
                  <a:lnTo>
                    <a:pt x="5225383" y="23272"/>
                  </a:lnTo>
                  <a:lnTo>
                    <a:pt x="5200114" y="6242"/>
                  </a:lnTo>
                  <a:lnTo>
                    <a:pt x="5169154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47871" y="1492758"/>
              <a:ext cx="5248910" cy="1454150"/>
            </a:xfrm>
            <a:custGeom>
              <a:avLst/>
              <a:gdLst/>
              <a:ahLst/>
              <a:cxnLst/>
              <a:rect l="l" t="t" r="r" b="b"/>
              <a:pathLst>
                <a:path w="5248909" h="1454150">
                  <a:moveTo>
                    <a:pt x="0" y="79501"/>
                  </a:moveTo>
                  <a:lnTo>
                    <a:pt x="6242" y="48541"/>
                  </a:lnTo>
                  <a:lnTo>
                    <a:pt x="23272" y="23272"/>
                  </a:lnTo>
                  <a:lnTo>
                    <a:pt x="48541" y="6242"/>
                  </a:lnTo>
                  <a:lnTo>
                    <a:pt x="79501" y="0"/>
                  </a:lnTo>
                  <a:lnTo>
                    <a:pt x="5169154" y="0"/>
                  </a:lnTo>
                  <a:lnTo>
                    <a:pt x="5200114" y="6242"/>
                  </a:lnTo>
                  <a:lnTo>
                    <a:pt x="5225383" y="23272"/>
                  </a:lnTo>
                  <a:lnTo>
                    <a:pt x="5242413" y="48541"/>
                  </a:lnTo>
                  <a:lnTo>
                    <a:pt x="5248656" y="79501"/>
                  </a:lnTo>
                  <a:lnTo>
                    <a:pt x="5248656" y="1374393"/>
                  </a:lnTo>
                  <a:lnTo>
                    <a:pt x="5242413" y="1405354"/>
                  </a:lnTo>
                  <a:lnTo>
                    <a:pt x="5225383" y="1430623"/>
                  </a:lnTo>
                  <a:lnTo>
                    <a:pt x="5200114" y="1447653"/>
                  </a:lnTo>
                  <a:lnTo>
                    <a:pt x="5169154" y="1453895"/>
                  </a:lnTo>
                  <a:lnTo>
                    <a:pt x="79501" y="1453895"/>
                  </a:lnTo>
                  <a:lnTo>
                    <a:pt x="48541" y="1447653"/>
                  </a:lnTo>
                  <a:lnTo>
                    <a:pt x="23272" y="1430623"/>
                  </a:lnTo>
                  <a:lnTo>
                    <a:pt x="6242" y="1405354"/>
                  </a:lnTo>
                  <a:lnTo>
                    <a:pt x="0" y="1374393"/>
                  </a:lnTo>
                  <a:lnTo>
                    <a:pt x="0" y="79501"/>
                  </a:lnTo>
                  <a:close/>
                </a:path>
              </a:pathLst>
            </a:custGeom>
            <a:ln w="634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535807" y="1270253"/>
            <a:ext cx="2852420" cy="452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campaignService.js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—</a:t>
            </a:r>
            <a:r>
              <a:rPr sz="1100" b="1" spc="2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endpoint</a:t>
            </a:r>
            <a:r>
              <a:rPr sz="1100" b="1" spc="1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per</a:t>
            </a:r>
            <a:r>
              <a:rPr sz="1100" b="1" spc="2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modul</a:t>
            </a:r>
            <a:endParaRPr sz="11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955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import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api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from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'./api'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72966" y="1834133"/>
            <a:ext cx="22110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export</a:t>
            </a:r>
            <a:r>
              <a:rPr sz="90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campaignService</a:t>
            </a:r>
            <a:r>
              <a:rPr sz="900" spc="-5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24408" y="1970989"/>
            <a:ext cx="31661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(params)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api.get('/campaigns',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params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}),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10127" y="1970989"/>
            <a:ext cx="50482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getAll: getOne: store: update: back: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24375" y="2108707"/>
            <a:ext cx="3371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8765">
              <a:lnSpc>
                <a:spcPct val="100000"/>
              </a:lnSpc>
              <a:spcBef>
                <a:spcPts val="100"/>
              </a:spcBef>
              <a:tabLst>
                <a:tab pos="628015" algn="l"/>
              </a:tabLst>
            </a:pP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(id)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	=&gt;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api.get(`/campaigns/${id}`), (data)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	=&gt;</a:t>
            </a:r>
            <a:r>
              <a:rPr sz="900" spc="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api.post('/campaigns',</a:t>
            </a:r>
            <a:r>
              <a:rPr sz="900" spc="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data),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(id,</a:t>
            </a:r>
            <a:r>
              <a:rPr sz="90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d)</a:t>
            </a:r>
            <a:r>
              <a:rPr sz="900" spc="5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=&gt;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api.patch(`/campaigns/${id}`,</a:t>
            </a:r>
            <a:r>
              <a:rPr sz="900" spc="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d),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(id,</a:t>
            </a:r>
            <a:r>
              <a:rPr sz="90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d)</a:t>
            </a:r>
            <a:r>
              <a:rPr sz="900" spc="10" dirty="0">
                <a:solidFill>
                  <a:srgbClr val="CAD4E0"/>
                </a:solidFill>
                <a:latin typeface="Courier New"/>
                <a:cs typeface="Courier New"/>
              </a:rPr>
              <a:t> 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=&gt;</a:t>
            </a:r>
            <a:r>
              <a:rPr sz="900" spc="-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api.post(`/campaigns/${id}/back`,</a:t>
            </a:r>
            <a:r>
              <a:rPr sz="900" spc="1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d),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72966" y="2657348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35807" y="3053842"/>
            <a:ext cx="18834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Penggunaan</a:t>
            </a:r>
            <a:r>
              <a:rPr sz="1100" b="1" spc="-3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B881"/>
                </a:solidFill>
                <a:latin typeface="Arial"/>
                <a:cs typeface="Arial"/>
              </a:rPr>
              <a:t>di</a:t>
            </a:r>
            <a:r>
              <a:rPr sz="1100" b="1" spc="-60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B881"/>
                </a:solidFill>
                <a:latin typeface="Arial"/>
                <a:cs typeface="Arial"/>
              </a:rPr>
              <a:t>composable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544696" y="3272663"/>
            <a:ext cx="5255260" cy="790575"/>
            <a:chOff x="3544696" y="3272663"/>
            <a:chExt cx="5255260" cy="790575"/>
          </a:xfrm>
        </p:grpSpPr>
        <p:sp>
          <p:nvSpPr>
            <p:cNvPr id="49" name="object 49"/>
            <p:cNvSpPr/>
            <p:nvPr/>
          </p:nvSpPr>
          <p:spPr>
            <a:xfrm>
              <a:off x="3547871" y="3275838"/>
              <a:ext cx="5248910" cy="784225"/>
            </a:xfrm>
            <a:custGeom>
              <a:avLst/>
              <a:gdLst/>
              <a:ahLst/>
              <a:cxnLst/>
              <a:rect l="l" t="t" r="r" b="b"/>
              <a:pathLst>
                <a:path w="5248909" h="784225">
                  <a:moveTo>
                    <a:pt x="5170297" y="0"/>
                  </a:moveTo>
                  <a:lnTo>
                    <a:pt x="78358" y="0"/>
                  </a:lnTo>
                  <a:lnTo>
                    <a:pt x="47845" y="6153"/>
                  </a:lnTo>
                  <a:lnTo>
                    <a:pt x="22939" y="22939"/>
                  </a:lnTo>
                  <a:lnTo>
                    <a:pt x="6153" y="47845"/>
                  </a:lnTo>
                  <a:lnTo>
                    <a:pt x="0" y="78359"/>
                  </a:lnTo>
                  <a:lnTo>
                    <a:pt x="0" y="705688"/>
                  </a:lnTo>
                  <a:lnTo>
                    <a:pt x="6153" y="736209"/>
                  </a:lnTo>
                  <a:lnTo>
                    <a:pt x="22939" y="761133"/>
                  </a:lnTo>
                  <a:lnTo>
                    <a:pt x="47845" y="777936"/>
                  </a:lnTo>
                  <a:lnTo>
                    <a:pt x="78358" y="784098"/>
                  </a:lnTo>
                  <a:lnTo>
                    <a:pt x="5170297" y="784098"/>
                  </a:lnTo>
                  <a:lnTo>
                    <a:pt x="5200810" y="777936"/>
                  </a:lnTo>
                  <a:lnTo>
                    <a:pt x="5225716" y="761133"/>
                  </a:lnTo>
                  <a:lnTo>
                    <a:pt x="5242502" y="736209"/>
                  </a:lnTo>
                  <a:lnTo>
                    <a:pt x="5248656" y="705688"/>
                  </a:lnTo>
                  <a:lnTo>
                    <a:pt x="5248656" y="78359"/>
                  </a:lnTo>
                  <a:lnTo>
                    <a:pt x="5242502" y="47845"/>
                  </a:lnTo>
                  <a:lnTo>
                    <a:pt x="5225716" y="22939"/>
                  </a:lnTo>
                  <a:lnTo>
                    <a:pt x="5200810" y="6153"/>
                  </a:lnTo>
                  <a:lnTo>
                    <a:pt x="5170297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47871" y="3275838"/>
              <a:ext cx="5248910" cy="784225"/>
            </a:xfrm>
            <a:custGeom>
              <a:avLst/>
              <a:gdLst/>
              <a:ahLst/>
              <a:cxnLst/>
              <a:rect l="l" t="t" r="r" b="b"/>
              <a:pathLst>
                <a:path w="5248909" h="784225">
                  <a:moveTo>
                    <a:pt x="0" y="78359"/>
                  </a:moveTo>
                  <a:lnTo>
                    <a:pt x="6153" y="47845"/>
                  </a:lnTo>
                  <a:lnTo>
                    <a:pt x="22939" y="22939"/>
                  </a:lnTo>
                  <a:lnTo>
                    <a:pt x="47845" y="6153"/>
                  </a:lnTo>
                  <a:lnTo>
                    <a:pt x="78358" y="0"/>
                  </a:lnTo>
                  <a:lnTo>
                    <a:pt x="5170297" y="0"/>
                  </a:lnTo>
                  <a:lnTo>
                    <a:pt x="5200810" y="6153"/>
                  </a:lnTo>
                  <a:lnTo>
                    <a:pt x="5225716" y="22939"/>
                  </a:lnTo>
                  <a:lnTo>
                    <a:pt x="5242502" y="47845"/>
                  </a:lnTo>
                  <a:lnTo>
                    <a:pt x="5248656" y="78359"/>
                  </a:lnTo>
                  <a:lnTo>
                    <a:pt x="5248656" y="705688"/>
                  </a:lnTo>
                  <a:lnTo>
                    <a:pt x="5242502" y="736209"/>
                  </a:lnTo>
                  <a:lnTo>
                    <a:pt x="5225716" y="761133"/>
                  </a:lnTo>
                  <a:lnTo>
                    <a:pt x="5200810" y="777936"/>
                  </a:lnTo>
                  <a:lnTo>
                    <a:pt x="5170297" y="784098"/>
                  </a:lnTo>
                  <a:lnTo>
                    <a:pt x="78358" y="784098"/>
                  </a:lnTo>
                  <a:lnTo>
                    <a:pt x="47845" y="777936"/>
                  </a:lnTo>
                  <a:lnTo>
                    <a:pt x="22939" y="761133"/>
                  </a:lnTo>
                  <a:lnTo>
                    <a:pt x="6153" y="736209"/>
                  </a:lnTo>
                  <a:lnTo>
                    <a:pt x="0" y="705688"/>
                  </a:lnTo>
                  <a:lnTo>
                    <a:pt x="0" y="78359"/>
                  </a:lnTo>
                  <a:close/>
                </a:path>
              </a:pathLst>
            </a:custGeom>
            <a:ln w="635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672966" y="3343402"/>
            <a:ext cx="4531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import</a:t>
            </a:r>
            <a:r>
              <a:rPr sz="900" spc="-6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{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campaignService</a:t>
            </a:r>
            <a:r>
              <a:rPr sz="900" spc="-4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}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from</a:t>
            </a:r>
            <a:r>
              <a:rPr sz="900" spc="-3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'@/services/campaignService'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01099"/>
              </a:lnSpc>
              <a:tabLst>
                <a:tab pos="3220720" algn="l"/>
              </a:tabLst>
            </a:pP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const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res</a:t>
            </a:r>
            <a:r>
              <a:rPr sz="900" spc="-2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=</a:t>
            </a:r>
            <a:r>
              <a:rPr sz="900" spc="-3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await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campaignService.getOne(id)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	//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composable</a:t>
            </a:r>
            <a:r>
              <a:rPr sz="900" spc="-45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ourier New"/>
                <a:cs typeface="Courier New"/>
              </a:rPr>
              <a:t>tidak </a:t>
            </a:r>
            <a:r>
              <a:rPr sz="900" dirty="0">
                <a:solidFill>
                  <a:srgbClr val="CAD4E0"/>
                </a:solidFill>
                <a:latin typeface="Courier New"/>
                <a:cs typeface="Courier New"/>
              </a:rPr>
              <a:t>import</a:t>
            </a:r>
            <a:r>
              <a:rPr sz="900" spc="-50" dirty="0">
                <a:solidFill>
                  <a:srgbClr val="CAD4E0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ourier New"/>
                <a:cs typeface="Courier New"/>
              </a:rPr>
              <a:t>axios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22" y="249681"/>
            <a:ext cx="94996" cy="94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Vue</a:t>
            </a:r>
            <a:r>
              <a:rPr spc="-70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dirty="0"/>
              <a:t>Library</a:t>
            </a:r>
            <a:r>
              <a:rPr spc="-70" dirty="0"/>
              <a:t> </a:t>
            </a:r>
            <a:r>
              <a:rPr dirty="0"/>
              <a:t>Stack</a:t>
            </a:r>
            <a:r>
              <a:rPr spc="-75" dirty="0"/>
              <a:t> </a:t>
            </a:r>
            <a:r>
              <a:rPr spc="-10" dirty="0"/>
              <a:t>Wajib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Library</a:t>
            </a:r>
            <a:r>
              <a:rPr sz="1100" b="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yang</a:t>
            </a:r>
            <a:r>
              <a:rPr sz="1100" b="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wajib dipakai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project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ini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1100" b="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konsisten</a:t>
            </a:r>
            <a:r>
              <a:rPr sz="1100" b="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1100" b="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465469"/>
                </a:solidFill>
                <a:latin typeface="Arial MT"/>
                <a:cs typeface="Arial MT"/>
              </a:rPr>
              <a:t>semua</a:t>
            </a:r>
            <a:r>
              <a:rPr sz="1100" b="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465469"/>
                </a:solidFill>
                <a:latin typeface="Arial MT"/>
                <a:cs typeface="Arial MT"/>
              </a:rPr>
              <a:t>modul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884" y="801497"/>
            <a:ext cx="8585200" cy="1445260"/>
            <a:chOff x="214884" y="801497"/>
            <a:chExt cx="8585200" cy="1445260"/>
          </a:xfrm>
        </p:grpSpPr>
        <p:sp>
          <p:nvSpPr>
            <p:cNvPr id="5" name="object 5"/>
            <p:cNvSpPr/>
            <p:nvPr/>
          </p:nvSpPr>
          <p:spPr>
            <a:xfrm>
              <a:off x="347471" y="804672"/>
              <a:ext cx="8449310" cy="0"/>
            </a:xfrm>
            <a:custGeom>
              <a:avLst/>
              <a:gdLst/>
              <a:ahLst/>
              <a:cxnLst/>
              <a:rect l="l" t="t" r="r" b="b"/>
              <a:pathLst>
                <a:path w="8449310">
                  <a:moveTo>
                    <a:pt x="0" y="0"/>
                  </a:moveTo>
                  <a:lnTo>
                    <a:pt x="8449056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" y="819912"/>
              <a:ext cx="2907791" cy="14264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471" y="914400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078992"/>
                  </a:lnTo>
                  <a:lnTo>
                    <a:pt x="7186" y="1114603"/>
                  </a:lnTo>
                  <a:lnTo>
                    <a:pt x="26784" y="1143666"/>
                  </a:lnTo>
                  <a:lnTo>
                    <a:pt x="55849" y="1163252"/>
                  </a:lnTo>
                  <a:lnTo>
                    <a:pt x="91440" y="1170432"/>
                  </a:lnTo>
                  <a:lnTo>
                    <a:pt x="2560320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2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471" y="914400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2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20" y="1170432"/>
                  </a:lnTo>
                  <a:lnTo>
                    <a:pt x="91440" y="1170432"/>
                  </a:lnTo>
                  <a:lnTo>
                    <a:pt x="55849" y="1163252"/>
                  </a:lnTo>
                  <a:lnTo>
                    <a:pt x="26784" y="1143666"/>
                  </a:lnTo>
                  <a:lnTo>
                    <a:pt x="7186" y="1114603"/>
                  </a:lnTo>
                  <a:lnTo>
                    <a:pt x="0" y="1078992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425" y="1036065"/>
              <a:ext cx="250444" cy="2504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10259" y="1043178"/>
            <a:ext cx="7385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0FB881"/>
                </a:solidFill>
                <a:latin typeface="Arial"/>
                <a:cs typeface="Arial"/>
              </a:rPr>
              <a:t>Vue</a:t>
            </a:r>
            <a:r>
              <a:rPr sz="1050" b="1" spc="-35" dirty="0">
                <a:solidFill>
                  <a:srgbClr val="0FB881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0FB881"/>
                </a:solidFill>
                <a:latin typeface="Arial"/>
                <a:cs typeface="Arial"/>
              </a:rPr>
              <a:t>Router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34514" y="1017777"/>
            <a:ext cx="561340" cy="205104"/>
            <a:chOff x="2334514" y="1017777"/>
            <a:chExt cx="561340" cy="205104"/>
          </a:xfrm>
        </p:grpSpPr>
        <p:sp>
          <p:nvSpPr>
            <p:cNvPr id="12" name="object 12"/>
            <p:cNvSpPr/>
            <p:nvPr/>
          </p:nvSpPr>
          <p:spPr>
            <a:xfrm>
              <a:off x="2340864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2063" y="192024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40" y="155448"/>
                  </a:lnTo>
                  <a:lnTo>
                    <a:pt x="548640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40864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40" y="36575"/>
                  </a:lnTo>
                  <a:lnTo>
                    <a:pt x="548640" y="155448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42413" y="1037081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v4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1076" y="1530222"/>
            <a:ext cx="1999614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Routing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&amp;</a:t>
            </a:r>
            <a:r>
              <a:rPr sz="9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navigation.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Gunakan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Nested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Routes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untuk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layout.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22092" y="819911"/>
            <a:ext cx="2908300" cy="1426845"/>
            <a:chOff x="3022092" y="819911"/>
            <a:chExt cx="2908300" cy="142684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2092" y="819911"/>
              <a:ext cx="2907792" cy="14264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54680" y="914399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2"/>
                  </a:lnTo>
                  <a:lnTo>
                    <a:pt x="7179" y="1114603"/>
                  </a:lnTo>
                  <a:lnTo>
                    <a:pt x="26765" y="1143666"/>
                  </a:lnTo>
                  <a:lnTo>
                    <a:pt x="55828" y="1163252"/>
                  </a:lnTo>
                  <a:lnTo>
                    <a:pt x="91439" y="1170432"/>
                  </a:lnTo>
                  <a:lnTo>
                    <a:pt x="2560320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2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54680" y="914399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2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20" y="1170432"/>
                  </a:lnTo>
                  <a:lnTo>
                    <a:pt x="91439" y="1170432"/>
                  </a:lnTo>
                  <a:lnTo>
                    <a:pt x="55828" y="1163252"/>
                  </a:lnTo>
                  <a:lnTo>
                    <a:pt x="26765" y="1143666"/>
                  </a:lnTo>
                  <a:lnTo>
                    <a:pt x="7179" y="1114603"/>
                  </a:lnTo>
                  <a:lnTo>
                    <a:pt x="0" y="1078992"/>
                  </a:lnTo>
                  <a:lnTo>
                    <a:pt x="0" y="91439"/>
                  </a:lnTo>
                  <a:close/>
                </a:path>
              </a:pathLst>
            </a:custGeom>
            <a:ln w="634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4634" y="1036065"/>
              <a:ext cx="250443" cy="25044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618103" y="1043178"/>
            <a:ext cx="3454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D97705"/>
                </a:solidFill>
                <a:latin typeface="Arial"/>
                <a:cs typeface="Arial"/>
              </a:rPr>
              <a:t>Pinia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41721" y="1017777"/>
            <a:ext cx="561340" cy="205104"/>
            <a:chOff x="5141721" y="1017777"/>
            <a:chExt cx="561340" cy="205104"/>
          </a:xfrm>
        </p:grpSpPr>
        <p:sp>
          <p:nvSpPr>
            <p:cNvPr id="23" name="object 23"/>
            <p:cNvSpPr/>
            <p:nvPr/>
          </p:nvSpPr>
          <p:spPr>
            <a:xfrm>
              <a:off x="5148071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2063" y="192024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39" y="155448"/>
                  </a:lnTo>
                  <a:lnTo>
                    <a:pt x="548639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48071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39" y="36575"/>
                  </a:lnTo>
                  <a:lnTo>
                    <a:pt x="548639" y="155448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50002" y="1037081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v2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88919" y="1530222"/>
            <a:ext cx="211391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Global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state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management.</a:t>
            </a:r>
            <a:r>
              <a:rPr sz="9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Satu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store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per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domain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entity.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29300" y="819911"/>
            <a:ext cx="2908300" cy="1426845"/>
            <a:chOff x="5829300" y="819911"/>
            <a:chExt cx="2908300" cy="142684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300" y="819911"/>
              <a:ext cx="2907792" cy="14264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61887" y="914399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256031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2"/>
                  </a:lnTo>
                  <a:lnTo>
                    <a:pt x="7179" y="1114603"/>
                  </a:lnTo>
                  <a:lnTo>
                    <a:pt x="26765" y="1143666"/>
                  </a:lnTo>
                  <a:lnTo>
                    <a:pt x="55828" y="1163252"/>
                  </a:lnTo>
                  <a:lnTo>
                    <a:pt x="91439" y="1170432"/>
                  </a:lnTo>
                  <a:lnTo>
                    <a:pt x="2560319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2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61887" y="914399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19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2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19" y="1170432"/>
                  </a:lnTo>
                  <a:lnTo>
                    <a:pt x="91439" y="1170432"/>
                  </a:lnTo>
                  <a:lnTo>
                    <a:pt x="55828" y="1163252"/>
                  </a:lnTo>
                  <a:lnTo>
                    <a:pt x="26765" y="1143666"/>
                  </a:lnTo>
                  <a:lnTo>
                    <a:pt x="7179" y="1114603"/>
                  </a:lnTo>
                  <a:lnTo>
                    <a:pt x="0" y="1078992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1841" y="1036065"/>
              <a:ext cx="250444" cy="25044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425565" y="1043178"/>
            <a:ext cx="3867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5A67D7"/>
                </a:solidFill>
                <a:latin typeface="Arial"/>
                <a:cs typeface="Arial"/>
              </a:rPr>
              <a:t>Axios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948930" y="1017777"/>
            <a:ext cx="561340" cy="205104"/>
            <a:chOff x="7948930" y="1017777"/>
            <a:chExt cx="561340" cy="205104"/>
          </a:xfrm>
        </p:grpSpPr>
        <p:sp>
          <p:nvSpPr>
            <p:cNvPr id="34" name="object 34"/>
            <p:cNvSpPr/>
            <p:nvPr/>
          </p:nvSpPr>
          <p:spPr>
            <a:xfrm>
              <a:off x="7955280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40" h="192405">
                  <a:moveTo>
                    <a:pt x="51206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2064" y="192024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40" y="155448"/>
                  </a:lnTo>
                  <a:lnTo>
                    <a:pt x="548640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5A6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55280" y="1024127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40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4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40" y="36575"/>
                  </a:lnTo>
                  <a:lnTo>
                    <a:pt x="548640" y="155448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4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5A6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157718" y="1037081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v1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96380" y="1530222"/>
            <a:ext cx="2147570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HTTP client.</a:t>
            </a:r>
            <a:r>
              <a:rPr sz="9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Bungkus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services/api.js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 jangan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import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langsung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composable.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4884" y="2081783"/>
            <a:ext cx="2908300" cy="1426845"/>
            <a:chOff x="214884" y="2081783"/>
            <a:chExt cx="2908300" cy="142684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" y="2081783"/>
              <a:ext cx="2907791" cy="14264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47471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86" y="1114603"/>
                  </a:lnTo>
                  <a:lnTo>
                    <a:pt x="26784" y="1143666"/>
                  </a:lnTo>
                  <a:lnTo>
                    <a:pt x="55849" y="1163252"/>
                  </a:lnTo>
                  <a:lnTo>
                    <a:pt x="91440" y="1170432"/>
                  </a:lnTo>
                  <a:lnTo>
                    <a:pt x="2560320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7471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20" y="1170432"/>
                  </a:lnTo>
                  <a:lnTo>
                    <a:pt x="91440" y="1170432"/>
                  </a:lnTo>
                  <a:lnTo>
                    <a:pt x="55849" y="1163252"/>
                  </a:lnTo>
                  <a:lnTo>
                    <a:pt x="26784" y="1143666"/>
                  </a:lnTo>
                  <a:lnTo>
                    <a:pt x="7186" y="1114603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425" y="2297937"/>
              <a:ext cx="250444" cy="25044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10259" y="2305304"/>
            <a:ext cx="8686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0DA4E9"/>
                </a:solidFill>
                <a:latin typeface="Arial"/>
                <a:cs typeface="Arial"/>
              </a:rPr>
              <a:t>Tailwind</a:t>
            </a:r>
            <a:r>
              <a:rPr sz="1050" b="1" spc="-45" dirty="0">
                <a:solidFill>
                  <a:srgbClr val="0DA4E9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0DA4E9"/>
                </a:solidFill>
                <a:latin typeface="Arial"/>
                <a:cs typeface="Arial"/>
              </a:rPr>
              <a:t>CSS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334514" y="2279650"/>
            <a:ext cx="561340" cy="205104"/>
            <a:chOff x="2334514" y="2279650"/>
            <a:chExt cx="561340" cy="205104"/>
          </a:xfrm>
        </p:grpSpPr>
        <p:sp>
          <p:nvSpPr>
            <p:cNvPr id="45" name="object 45"/>
            <p:cNvSpPr/>
            <p:nvPr/>
          </p:nvSpPr>
          <p:spPr>
            <a:xfrm>
              <a:off x="2340864" y="2286000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2063" y="192024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40" y="155448"/>
                  </a:lnTo>
                  <a:lnTo>
                    <a:pt x="548640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0DA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40864" y="2286000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40" y="36575"/>
                  </a:lnTo>
                  <a:lnTo>
                    <a:pt x="548640" y="155448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0DA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542413" y="2299207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v3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1076" y="2792348"/>
            <a:ext cx="2251710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Utility-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first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styling.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Jangan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nulis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custom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CSS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kecuali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terpaksa.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022092" y="2081783"/>
            <a:ext cx="2908300" cy="1426845"/>
            <a:chOff x="3022092" y="2081783"/>
            <a:chExt cx="2908300" cy="1426845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2092" y="2081783"/>
              <a:ext cx="2907792" cy="142646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154680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79" y="1114603"/>
                  </a:lnTo>
                  <a:lnTo>
                    <a:pt x="26765" y="1143666"/>
                  </a:lnTo>
                  <a:lnTo>
                    <a:pt x="55828" y="1163252"/>
                  </a:lnTo>
                  <a:lnTo>
                    <a:pt x="91439" y="1170432"/>
                  </a:lnTo>
                  <a:lnTo>
                    <a:pt x="2560320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54680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20" y="1170432"/>
                  </a:lnTo>
                  <a:lnTo>
                    <a:pt x="91439" y="1170432"/>
                  </a:lnTo>
                  <a:lnTo>
                    <a:pt x="55828" y="1163252"/>
                  </a:lnTo>
                  <a:lnTo>
                    <a:pt x="26765" y="1143666"/>
                  </a:lnTo>
                  <a:lnTo>
                    <a:pt x="7179" y="1114603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4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4634" y="2297937"/>
              <a:ext cx="250443" cy="250444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3618103" y="2305304"/>
            <a:ext cx="6438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0FB881"/>
                </a:solidFill>
                <a:latin typeface="Arial"/>
                <a:cs typeface="Arial"/>
              </a:rPr>
              <a:t>PrimeVue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141721" y="2279650"/>
            <a:ext cx="561340" cy="205104"/>
            <a:chOff x="5141721" y="2279650"/>
            <a:chExt cx="561340" cy="205104"/>
          </a:xfrm>
        </p:grpSpPr>
        <p:sp>
          <p:nvSpPr>
            <p:cNvPr id="56" name="object 56"/>
            <p:cNvSpPr/>
            <p:nvPr/>
          </p:nvSpPr>
          <p:spPr>
            <a:xfrm>
              <a:off x="5148071" y="2286000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2063" y="192024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39" y="155448"/>
                  </a:lnTo>
                  <a:lnTo>
                    <a:pt x="548639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0F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48071" y="2286000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39" y="36575"/>
                  </a:lnTo>
                  <a:lnTo>
                    <a:pt x="548639" y="155448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0FB8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350002" y="2299207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v4</a:t>
            </a:r>
            <a:endParaRPr sz="8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288919" y="2723769"/>
            <a:ext cx="1999614" cy="434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1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UI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component</a:t>
            </a:r>
            <a:r>
              <a:rPr sz="9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library.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Gunakan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preset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Aura/Lara.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Includes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Button,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DataTable,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Dialog,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Calendar,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dll.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829300" y="2081783"/>
            <a:ext cx="2908300" cy="1426845"/>
            <a:chOff x="5829300" y="2081783"/>
            <a:chExt cx="2908300" cy="1426845"/>
          </a:xfrm>
        </p:grpSpPr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300" y="2081783"/>
              <a:ext cx="2907792" cy="142646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961887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256031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79" y="1114603"/>
                  </a:lnTo>
                  <a:lnTo>
                    <a:pt x="26765" y="1143666"/>
                  </a:lnTo>
                  <a:lnTo>
                    <a:pt x="55828" y="1163252"/>
                  </a:lnTo>
                  <a:lnTo>
                    <a:pt x="91439" y="1170432"/>
                  </a:lnTo>
                  <a:lnTo>
                    <a:pt x="2560319" y="1170432"/>
                  </a:lnTo>
                  <a:lnTo>
                    <a:pt x="2595931" y="1163252"/>
                  </a:lnTo>
                  <a:lnTo>
                    <a:pt x="2624994" y="1143666"/>
                  </a:lnTo>
                  <a:lnTo>
                    <a:pt x="2644580" y="1114603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61887" y="2176271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19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603"/>
                  </a:lnTo>
                  <a:lnTo>
                    <a:pt x="2624994" y="1143666"/>
                  </a:lnTo>
                  <a:lnTo>
                    <a:pt x="2595931" y="1163252"/>
                  </a:lnTo>
                  <a:lnTo>
                    <a:pt x="2560319" y="1170432"/>
                  </a:lnTo>
                  <a:lnTo>
                    <a:pt x="91439" y="1170432"/>
                  </a:lnTo>
                  <a:lnTo>
                    <a:pt x="55828" y="1163252"/>
                  </a:lnTo>
                  <a:lnTo>
                    <a:pt x="26765" y="1143666"/>
                  </a:lnTo>
                  <a:lnTo>
                    <a:pt x="7179" y="1114603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1841" y="2297937"/>
              <a:ext cx="250444" cy="250444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6425565" y="2305304"/>
            <a:ext cx="7473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049569"/>
                </a:solidFill>
                <a:latin typeface="Arial"/>
                <a:cs typeface="Arial"/>
              </a:rPr>
              <a:t>PrimeIcons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942453" y="2279650"/>
            <a:ext cx="568325" cy="205104"/>
            <a:chOff x="7942453" y="2279650"/>
            <a:chExt cx="568325" cy="205104"/>
          </a:xfrm>
        </p:grpSpPr>
        <p:sp>
          <p:nvSpPr>
            <p:cNvPr id="67" name="object 67"/>
            <p:cNvSpPr/>
            <p:nvPr/>
          </p:nvSpPr>
          <p:spPr>
            <a:xfrm>
              <a:off x="7948803" y="2286000"/>
              <a:ext cx="555625" cy="192405"/>
            </a:xfrm>
            <a:custGeom>
              <a:avLst/>
              <a:gdLst/>
              <a:ahLst/>
              <a:cxnLst/>
              <a:rect l="l" t="t" r="r" b="b"/>
              <a:pathLst>
                <a:path w="555625" h="192405">
                  <a:moveTo>
                    <a:pt x="518541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8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4"/>
                  </a:lnTo>
                  <a:lnTo>
                    <a:pt x="518541" y="192024"/>
                  </a:lnTo>
                  <a:lnTo>
                    <a:pt x="532774" y="189148"/>
                  </a:lnTo>
                  <a:lnTo>
                    <a:pt x="544401" y="181308"/>
                  </a:lnTo>
                  <a:lnTo>
                    <a:pt x="552241" y="169681"/>
                  </a:lnTo>
                  <a:lnTo>
                    <a:pt x="555117" y="155448"/>
                  </a:lnTo>
                  <a:lnTo>
                    <a:pt x="555117" y="36575"/>
                  </a:lnTo>
                  <a:lnTo>
                    <a:pt x="552241" y="22342"/>
                  </a:lnTo>
                  <a:lnTo>
                    <a:pt x="544401" y="10715"/>
                  </a:lnTo>
                  <a:lnTo>
                    <a:pt x="532774" y="2875"/>
                  </a:lnTo>
                  <a:lnTo>
                    <a:pt x="518541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48803" y="2286000"/>
              <a:ext cx="555625" cy="192405"/>
            </a:xfrm>
            <a:custGeom>
              <a:avLst/>
              <a:gdLst/>
              <a:ahLst/>
              <a:cxnLst/>
              <a:rect l="l" t="t" r="r" b="b"/>
              <a:pathLst>
                <a:path w="555625" h="192405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8541" y="0"/>
                  </a:lnTo>
                  <a:lnTo>
                    <a:pt x="532774" y="2875"/>
                  </a:lnTo>
                  <a:lnTo>
                    <a:pt x="544401" y="10715"/>
                  </a:lnTo>
                  <a:lnTo>
                    <a:pt x="552241" y="22342"/>
                  </a:lnTo>
                  <a:lnTo>
                    <a:pt x="555117" y="36575"/>
                  </a:lnTo>
                  <a:lnTo>
                    <a:pt x="555117" y="155448"/>
                  </a:lnTo>
                  <a:lnTo>
                    <a:pt x="552241" y="169681"/>
                  </a:lnTo>
                  <a:lnTo>
                    <a:pt x="544401" y="181308"/>
                  </a:lnTo>
                  <a:lnTo>
                    <a:pt x="532774" y="189148"/>
                  </a:lnTo>
                  <a:lnTo>
                    <a:pt x="518541" y="192024"/>
                  </a:lnTo>
                  <a:lnTo>
                    <a:pt x="36575" y="192024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8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012938" y="2299207"/>
            <a:ext cx="4438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bundled</a:t>
            </a:r>
            <a:endParaRPr sz="8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96380" y="2723769"/>
            <a:ext cx="2360295" cy="434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1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270+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icon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via</a:t>
            </a:r>
            <a:r>
              <a:rPr sz="9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class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pi</a:t>
            </a:r>
            <a:r>
              <a:rPr sz="9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pi-check.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Sudah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 bundled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bersama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PrimeVue,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tidak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perlu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install terpisah.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14884" y="3343706"/>
            <a:ext cx="2908300" cy="1426845"/>
            <a:chOff x="214884" y="3343706"/>
            <a:chExt cx="2908300" cy="1426845"/>
          </a:xfrm>
        </p:grpSpPr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" y="3343706"/>
              <a:ext cx="2907791" cy="142646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47471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86" y="1114582"/>
                  </a:lnTo>
                  <a:lnTo>
                    <a:pt x="26784" y="1143647"/>
                  </a:lnTo>
                  <a:lnTo>
                    <a:pt x="55849" y="1163245"/>
                  </a:lnTo>
                  <a:lnTo>
                    <a:pt x="91440" y="1170431"/>
                  </a:lnTo>
                  <a:lnTo>
                    <a:pt x="2560320" y="1170431"/>
                  </a:lnTo>
                  <a:lnTo>
                    <a:pt x="2595931" y="1163245"/>
                  </a:lnTo>
                  <a:lnTo>
                    <a:pt x="2624994" y="1143647"/>
                  </a:lnTo>
                  <a:lnTo>
                    <a:pt x="2644580" y="1114582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47471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582"/>
                  </a:lnTo>
                  <a:lnTo>
                    <a:pt x="2624994" y="1143647"/>
                  </a:lnTo>
                  <a:lnTo>
                    <a:pt x="2595931" y="1163245"/>
                  </a:lnTo>
                  <a:lnTo>
                    <a:pt x="2560320" y="1170431"/>
                  </a:lnTo>
                  <a:lnTo>
                    <a:pt x="91440" y="1170431"/>
                  </a:lnTo>
                  <a:lnTo>
                    <a:pt x="55849" y="1163245"/>
                  </a:lnTo>
                  <a:lnTo>
                    <a:pt x="26784" y="1143647"/>
                  </a:lnTo>
                  <a:lnTo>
                    <a:pt x="7186" y="1114582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425" y="3559809"/>
              <a:ext cx="250444" cy="250444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810259" y="3567429"/>
            <a:ext cx="11525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EE4444"/>
                </a:solidFill>
                <a:latin typeface="Arial"/>
                <a:cs typeface="Arial"/>
              </a:rPr>
              <a:t>Vee-Validate+Yup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334514" y="3541521"/>
            <a:ext cx="561340" cy="205104"/>
            <a:chOff x="2334514" y="3541521"/>
            <a:chExt cx="561340" cy="205104"/>
          </a:xfrm>
        </p:grpSpPr>
        <p:sp>
          <p:nvSpPr>
            <p:cNvPr id="78" name="object 78"/>
            <p:cNvSpPr/>
            <p:nvPr/>
          </p:nvSpPr>
          <p:spPr>
            <a:xfrm>
              <a:off x="2340864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4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7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3"/>
                  </a:lnTo>
                  <a:lnTo>
                    <a:pt x="512063" y="192023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40" y="155447"/>
                  </a:lnTo>
                  <a:lnTo>
                    <a:pt x="548640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340864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4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40" y="36575"/>
                  </a:lnTo>
                  <a:lnTo>
                    <a:pt x="548640" y="155447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3"/>
                  </a:lnTo>
                  <a:lnTo>
                    <a:pt x="36575" y="192023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7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542413" y="3561334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v4</a:t>
            </a:r>
            <a:endParaRPr sz="8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81076" y="4054550"/>
            <a:ext cx="2241550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Form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validation.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Definisikan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schema</a:t>
            </a:r>
            <a:r>
              <a:rPr sz="9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Yup</a:t>
            </a:r>
            <a:r>
              <a:rPr sz="900" spc="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465469"/>
                </a:solidFill>
                <a:latin typeface="Arial MT"/>
                <a:cs typeface="Arial MT"/>
              </a:rPr>
              <a:t>—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 jangan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validasi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manual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di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event</a:t>
            </a:r>
            <a:r>
              <a:rPr sz="9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handler.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022092" y="3343706"/>
            <a:ext cx="2908300" cy="1426845"/>
            <a:chOff x="3022092" y="3343706"/>
            <a:chExt cx="2908300" cy="1426845"/>
          </a:xfrm>
        </p:grpSpPr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2092" y="3343706"/>
              <a:ext cx="2907792" cy="1426464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154680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256032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79" y="1114582"/>
                  </a:lnTo>
                  <a:lnTo>
                    <a:pt x="26765" y="1143647"/>
                  </a:lnTo>
                  <a:lnTo>
                    <a:pt x="55828" y="1163245"/>
                  </a:lnTo>
                  <a:lnTo>
                    <a:pt x="91439" y="1170431"/>
                  </a:lnTo>
                  <a:lnTo>
                    <a:pt x="2560320" y="1170431"/>
                  </a:lnTo>
                  <a:lnTo>
                    <a:pt x="2595931" y="1163245"/>
                  </a:lnTo>
                  <a:lnTo>
                    <a:pt x="2624994" y="1143647"/>
                  </a:lnTo>
                  <a:lnTo>
                    <a:pt x="2644580" y="1114582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154680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60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20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582"/>
                  </a:lnTo>
                  <a:lnTo>
                    <a:pt x="2624994" y="1143647"/>
                  </a:lnTo>
                  <a:lnTo>
                    <a:pt x="2595931" y="1163245"/>
                  </a:lnTo>
                  <a:lnTo>
                    <a:pt x="2560320" y="1170431"/>
                  </a:lnTo>
                  <a:lnTo>
                    <a:pt x="91439" y="1170431"/>
                  </a:lnTo>
                  <a:lnTo>
                    <a:pt x="55828" y="1163245"/>
                  </a:lnTo>
                  <a:lnTo>
                    <a:pt x="26765" y="1143647"/>
                  </a:lnTo>
                  <a:lnTo>
                    <a:pt x="7179" y="1114582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4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4634" y="3559809"/>
              <a:ext cx="250443" cy="250444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3618103" y="3567429"/>
            <a:ext cx="11753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7B39EC"/>
                </a:solidFill>
                <a:latin typeface="Arial"/>
                <a:cs typeface="Arial"/>
              </a:rPr>
              <a:t>Vue</a:t>
            </a:r>
            <a:r>
              <a:rPr sz="1050" b="1" spc="-35" dirty="0">
                <a:solidFill>
                  <a:srgbClr val="7B39EC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7B39EC"/>
                </a:solidFill>
                <a:latin typeface="Arial"/>
                <a:cs typeface="Arial"/>
              </a:rPr>
              <a:t>Toastification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5141721" y="3541521"/>
            <a:ext cx="561340" cy="205104"/>
            <a:chOff x="5141721" y="3541521"/>
            <a:chExt cx="561340" cy="205104"/>
          </a:xfrm>
        </p:grpSpPr>
        <p:sp>
          <p:nvSpPr>
            <p:cNvPr id="89" name="object 89"/>
            <p:cNvSpPr/>
            <p:nvPr/>
          </p:nvSpPr>
          <p:spPr>
            <a:xfrm>
              <a:off x="5148071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4">
                  <a:moveTo>
                    <a:pt x="512063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7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3"/>
                  </a:lnTo>
                  <a:lnTo>
                    <a:pt x="512063" y="192023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39" y="155447"/>
                  </a:lnTo>
                  <a:lnTo>
                    <a:pt x="548639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48071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39" h="192404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3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39" y="36575"/>
                  </a:lnTo>
                  <a:lnTo>
                    <a:pt x="548639" y="155447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3" y="192023"/>
                  </a:lnTo>
                  <a:lnTo>
                    <a:pt x="36575" y="192023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7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350002" y="3561334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v2</a:t>
            </a:r>
            <a:endParaRPr sz="8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88919" y="4054550"/>
            <a:ext cx="2094864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Notifikasi</a:t>
            </a:r>
            <a:r>
              <a:rPr sz="9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toast.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Jangan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pakai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alert()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atau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console.log</a:t>
            </a:r>
            <a:r>
              <a:rPr sz="9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untuk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user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 feedback.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829300" y="3343706"/>
            <a:ext cx="2908300" cy="1426845"/>
            <a:chOff x="5829300" y="3343706"/>
            <a:chExt cx="2908300" cy="1426845"/>
          </a:xfrm>
        </p:grpSpPr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300" y="3343706"/>
              <a:ext cx="2907792" cy="142646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961887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256031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78991"/>
                  </a:lnTo>
                  <a:lnTo>
                    <a:pt x="7179" y="1114582"/>
                  </a:lnTo>
                  <a:lnTo>
                    <a:pt x="26765" y="1143647"/>
                  </a:lnTo>
                  <a:lnTo>
                    <a:pt x="55828" y="1163245"/>
                  </a:lnTo>
                  <a:lnTo>
                    <a:pt x="91439" y="1170431"/>
                  </a:lnTo>
                  <a:lnTo>
                    <a:pt x="2560319" y="1170431"/>
                  </a:lnTo>
                  <a:lnTo>
                    <a:pt x="2595931" y="1163245"/>
                  </a:lnTo>
                  <a:lnTo>
                    <a:pt x="2624994" y="1143647"/>
                  </a:lnTo>
                  <a:lnTo>
                    <a:pt x="2644580" y="1114582"/>
                  </a:lnTo>
                  <a:lnTo>
                    <a:pt x="2651760" y="1078991"/>
                  </a:lnTo>
                  <a:lnTo>
                    <a:pt x="2651760" y="91439"/>
                  </a:lnTo>
                  <a:lnTo>
                    <a:pt x="2644580" y="55828"/>
                  </a:lnTo>
                  <a:lnTo>
                    <a:pt x="2624994" y="26765"/>
                  </a:lnTo>
                  <a:lnTo>
                    <a:pt x="2595931" y="7179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961887" y="3438143"/>
              <a:ext cx="2651760" cy="1170940"/>
            </a:xfrm>
            <a:custGeom>
              <a:avLst/>
              <a:gdLst/>
              <a:ahLst/>
              <a:cxnLst/>
              <a:rect l="l" t="t" r="r" b="b"/>
              <a:pathLst>
                <a:path w="2651759" h="11709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60319" y="0"/>
                  </a:lnTo>
                  <a:lnTo>
                    <a:pt x="2595931" y="7179"/>
                  </a:lnTo>
                  <a:lnTo>
                    <a:pt x="2624994" y="26765"/>
                  </a:lnTo>
                  <a:lnTo>
                    <a:pt x="2644580" y="55828"/>
                  </a:lnTo>
                  <a:lnTo>
                    <a:pt x="2651760" y="91439"/>
                  </a:lnTo>
                  <a:lnTo>
                    <a:pt x="2651760" y="1078991"/>
                  </a:lnTo>
                  <a:lnTo>
                    <a:pt x="2644580" y="1114582"/>
                  </a:lnTo>
                  <a:lnTo>
                    <a:pt x="2624994" y="1143647"/>
                  </a:lnTo>
                  <a:lnTo>
                    <a:pt x="2595931" y="1163245"/>
                  </a:lnTo>
                  <a:lnTo>
                    <a:pt x="2560319" y="1170431"/>
                  </a:lnTo>
                  <a:lnTo>
                    <a:pt x="91439" y="1170431"/>
                  </a:lnTo>
                  <a:lnTo>
                    <a:pt x="55828" y="1163245"/>
                  </a:lnTo>
                  <a:lnTo>
                    <a:pt x="26765" y="1143647"/>
                  </a:lnTo>
                  <a:lnTo>
                    <a:pt x="7179" y="1114582"/>
                  </a:lnTo>
                  <a:lnTo>
                    <a:pt x="0" y="1078991"/>
                  </a:lnTo>
                  <a:lnTo>
                    <a:pt x="0" y="91439"/>
                  </a:lnTo>
                  <a:close/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01841" y="3559809"/>
              <a:ext cx="250444" cy="250444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6425565" y="3567429"/>
            <a:ext cx="4171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D97705"/>
                </a:solidFill>
                <a:latin typeface="Arial"/>
                <a:cs typeface="Arial"/>
              </a:rPr>
              <a:t>Day.js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948930" y="3541521"/>
            <a:ext cx="561340" cy="205104"/>
            <a:chOff x="7948930" y="3541521"/>
            <a:chExt cx="561340" cy="205104"/>
          </a:xfrm>
        </p:grpSpPr>
        <p:sp>
          <p:nvSpPr>
            <p:cNvPr id="100" name="object 100"/>
            <p:cNvSpPr/>
            <p:nvPr/>
          </p:nvSpPr>
          <p:spPr>
            <a:xfrm>
              <a:off x="7955280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40" h="192404">
                  <a:moveTo>
                    <a:pt x="51206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155447"/>
                  </a:lnTo>
                  <a:lnTo>
                    <a:pt x="2875" y="169681"/>
                  </a:lnTo>
                  <a:lnTo>
                    <a:pt x="10715" y="181308"/>
                  </a:lnTo>
                  <a:lnTo>
                    <a:pt x="22342" y="189148"/>
                  </a:lnTo>
                  <a:lnTo>
                    <a:pt x="36575" y="192023"/>
                  </a:lnTo>
                  <a:lnTo>
                    <a:pt x="512064" y="192023"/>
                  </a:lnTo>
                  <a:lnTo>
                    <a:pt x="526297" y="189148"/>
                  </a:lnTo>
                  <a:lnTo>
                    <a:pt x="537924" y="181308"/>
                  </a:lnTo>
                  <a:lnTo>
                    <a:pt x="545764" y="169681"/>
                  </a:lnTo>
                  <a:lnTo>
                    <a:pt x="548640" y="155447"/>
                  </a:lnTo>
                  <a:lnTo>
                    <a:pt x="548640" y="36575"/>
                  </a:lnTo>
                  <a:lnTo>
                    <a:pt x="545764" y="22342"/>
                  </a:lnTo>
                  <a:lnTo>
                    <a:pt x="537924" y="10715"/>
                  </a:lnTo>
                  <a:lnTo>
                    <a:pt x="526297" y="2875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955280" y="3547871"/>
              <a:ext cx="548640" cy="192405"/>
            </a:xfrm>
            <a:custGeom>
              <a:avLst/>
              <a:gdLst/>
              <a:ahLst/>
              <a:cxnLst/>
              <a:rect l="l" t="t" r="r" b="b"/>
              <a:pathLst>
                <a:path w="548640" h="192404">
                  <a:moveTo>
                    <a:pt x="0" y="36575"/>
                  </a:moveTo>
                  <a:lnTo>
                    <a:pt x="2875" y="22342"/>
                  </a:lnTo>
                  <a:lnTo>
                    <a:pt x="10715" y="10715"/>
                  </a:lnTo>
                  <a:lnTo>
                    <a:pt x="22342" y="2875"/>
                  </a:lnTo>
                  <a:lnTo>
                    <a:pt x="36575" y="0"/>
                  </a:lnTo>
                  <a:lnTo>
                    <a:pt x="512064" y="0"/>
                  </a:lnTo>
                  <a:lnTo>
                    <a:pt x="526297" y="2875"/>
                  </a:lnTo>
                  <a:lnTo>
                    <a:pt x="537924" y="10715"/>
                  </a:lnTo>
                  <a:lnTo>
                    <a:pt x="545764" y="22342"/>
                  </a:lnTo>
                  <a:lnTo>
                    <a:pt x="548640" y="36575"/>
                  </a:lnTo>
                  <a:lnTo>
                    <a:pt x="548640" y="155447"/>
                  </a:lnTo>
                  <a:lnTo>
                    <a:pt x="545764" y="169681"/>
                  </a:lnTo>
                  <a:lnTo>
                    <a:pt x="537924" y="181308"/>
                  </a:lnTo>
                  <a:lnTo>
                    <a:pt x="526297" y="189148"/>
                  </a:lnTo>
                  <a:lnTo>
                    <a:pt x="512064" y="192023"/>
                  </a:lnTo>
                  <a:lnTo>
                    <a:pt x="36575" y="192023"/>
                  </a:lnTo>
                  <a:lnTo>
                    <a:pt x="22342" y="189148"/>
                  </a:lnTo>
                  <a:lnTo>
                    <a:pt x="10715" y="181308"/>
                  </a:lnTo>
                  <a:lnTo>
                    <a:pt x="2875" y="169681"/>
                  </a:lnTo>
                  <a:lnTo>
                    <a:pt x="0" y="155447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8157718" y="3561334"/>
            <a:ext cx="1447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v1</a:t>
            </a:r>
            <a:endParaRPr sz="8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096380" y="4054550"/>
            <a:ext cx="1999614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150"/>
              </a:spcBef>
            </a:pP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Date</a:t>
            </a:r>
            <a:r>
              <a:rPr sz="9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formatting.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Gunakan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untuk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465469"/>
                </a:solidFill>
                <a:latin typeface="Arial MT"/>
                <a:cs typeface="Arial MT"/>
              </a:rPr>
              <a:t>format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tanggal</a:t>
            </a:r>
            <a:r>
              <a:rPr sz="9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deadline,</a:t>
            </a:r>
            <a:r>
              <a:rPr sz="9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sisa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465469"/>
                </a:solidFill>
                <a:latin typeface="Arial MT"/>
                <a:cs typeface="Arial MT"/>
              </a:rPr>
              <a:t>hari,</a:t>
            </a:r>
            <a:r>
              <a:rPr sz="9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465469"/>
                </a:solidFill>
                <a:latin typeface="Arial MT"/>
                <a:cs typeface="Arial MT"/>
              </a:rPr>
              <a:t>dll.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1725</Words>
  <Application>Microsoft Office PowerPoint</Application>
  <PresentationFormat>On-screen Show (16:9)</PresentationFormat>
  <Paragraphs>315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Courier New</vt:lpstr>
      <vt:lpstr>Segoe UI Symbol</vt:lpstr>
      <vt:lpstr>Office Theme</vt:lpstr>
      <vt:lpstr>CoFund Standarisasi Kode &amp; Timeline Pelatihan</vt:lpstr>
      <vt:lpstr>Agenda Apa yang akan kita pelajari?</vt:lpstr>
      <vt:lpstr>01</vt:lpstr>
      <vt:lpstr>Laravel — Penamaan File &amp; Class Konvensi penamaan yang wajib diikuti di seluruh codebase</vt:lpstr>
      <vt:lpstr>Laravel — Penamaan Variabel &amp; Method Gunakan pola yang konsisten di seluruh controller, model, dan service</vt:lpstr>
      <vt:lpstr>Laravel — Struktur Folder Letakkan file di tempat yang tepat — jangan semua di Controllers</vt:lpstr>
      <vt:lpstr>Laravel — Route &amp; API Convention Standarisasi endpoint, naming route, dan format response JSON</vt:lpstr>
      <vt:lpstr>Vue — Penamaan File &amp; Komponen Konvensi penamaan yang dipakai di seluruh project Vue</vt:lpstr>
      <vt:lpstr>Vue — Props, Emits &amp; Composables Cara yang benar mendefinisikan &amp; menggunakan props/emits/composables</vt:lpstr>
      <vt:lpstr>Vue — Service Layer (Axios per Modul) Pisahkan HTTP call ke services/ — composable tidak boleh tahu tentang axios</vt:lpstr>
      <vt:lpstr>Vue — Service Layer (Axios per Modul) Pisahkan HTTP call ke services/ — composable tidak boleh tahu tentang axios</vt:lpstr>
      <vt:lpstr>Vue — Library Stack Wajib Library yang wajib dipakai di project ini — konsisten di semua modul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CoFund — Standarisasi &amp; Pelatihan WebDev</dc:title>
  <dc:subject>PptxGenJS Presentation</dc:subject>
  <dc:creator>PptxGenJS</dc:creator>
  <cp:lastModifiedBy>GILANG TIRTA KESUMAH</cp:lastModifiedBy>
  <cp:revision>1</cp:revision>
  <dcterms:created xsi:type="dcterms:W3CDTF">2026-07-02T03:27:03Z</dcterms:created>
  <dcterms:modified xsi:type="dcterms:W3CDTF">2026-07-02T03:31:30Z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2026-07-02T00:00:00Z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2026-07-02T00:00:00Z</vt:filetime>
  </property>
  <property fmtid="{D5CDD505-2E9C-101B-9397-08002B2CF9AE}" pid="6" name="Producer">
    <vt:lpwstr>Microsoft® PowerPoint® 2021</vt:lpwstr>
  </property>
</Properties>
</file>